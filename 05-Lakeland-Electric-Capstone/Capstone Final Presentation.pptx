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66" r:id="rId2"/>
    <p:sldId id="273" r:id="rId3"/>
    <p:sldId id="259" r:id="rId4"/>
    <p:sldId id="284" r:id="rId5"/>
    <p:sldId id="258" r:id="rId6"/>
    <p:sldId id="288" r:id="rId7"/>
    <p:sldId id="287" r:id="rId8"/>
    <p:sldId id="262" r:id="rId9"/>
    <p:sldId id="261" r:id="rId10"/>
    <p:sldId id="269" r:id="rId11"/>
    <p:sldId id="267" r:id="rId12"/>
    <p:sldId id="281" r:id="rId13"/>
    <p:sldId id="271" r:id="rId14"/>
    <p:sldId id="274" r:id="rId15"/>
    <p:sldId id="276" r:id="rId16"/>
    <p:sldId id="277" r:id="rId17"/>
    <p:sldId id="264" r:id="rId18"/>
    <p:sldId id="263" r:id="rId19"/>
    <p:sldId id="275" r:id="rId20"/>
    <p:sldId id="265" r:id="rId21"/>
    <p:sldId id="279" r:id="rId22"/>
    <p:sldId id="282" r:id="rId23"/>
    <p:sldId id="280" r:id="rId24"/>
    <p:sldId id="268" r:id="rId25"/>
    <p:sldId id="28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BC7E73-E4FE-9B63-7B55-242409822F3E}" v="31" dt="2025-04-16T16:33:27.650"/>
    <p1510:client id="{DCCB3D63-489D-4B0A-E4C0-D8185CC8BD30}" v="165" dt="2025-04-16T16:32:24.3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son, Josiah" userId="S::jjackson3465@floridapoly.edu::7c216778-212d-46e2-9717-670eb8595fe4" providerId="AD" clId="Web-{76579993-21F4-5B78-EFFB-E5A50DE2E2D3}"/>
    <pc:docChg chg="addSld delSld modSld sldOrd">
      <pc:chgData name="Jackson, Josiah" userId="S::jjackson3465@floridapoly.edu::7c216778-212d-46e2-9717-670eb8595fe4" providerId="AD" clId="Web-{76579993-21F4-5B78-EFFB-E5A50DE2E2D3}" dt="2025-04-14T15:34:20.450" v="630" actId="20577"/>
      <pc:docMkLst>
        <pc:docMk/>
      </pc:docMkLst>
      <pc:sldChg chg="modNotes">
        <pc:chgData name="Jackson, Josiah" userId="S::jjackson3465@floridapoly.edu::7c216778-212d-46e2-9717-670eb8595fe4" providerId="AD" clId="Web-{76579993-21F4-5B78-EFFB-E5A50DE2E2D3}" dt="2025-04-14T14:00:04.563" v="500"/>
        <pc:sldMkLst>
          <pc:docMk/>
          <pc:sldMk cId="3583200531" sldId="259"/>
        </pc:sldMkLst>
      </pc:sldChg>
      <pc:sldChg chg="modSp">
        <pc:chgData name="Jackson, Josiah" userId="S::jjackson3465@floridapoly.edu::7c216778-212d-46e2-9717-670eb8595fe4" providerId="AD" clId="Web-{76579993-21F4-5B78-EFFB-E5A50DE2E2D3}" dt="2025-04-14T13:45:57.371" v="408" actId="1076"/>
        <pc:sldMkLst>
          <pc:docMk/>
          <pc:sldMk cId="1696651293" sldId="261"/>
        </pc:sldMkLst>
        <pc:spChg chg="mod">
          <ac:chgData name="Jackson, Josiah" userId="S::jjackson3465@floridapoly.edu::7c216778-212d-46e2-9717-670eb8595fe4" providerId="AD" clId="Web-{76579993-21F4-5B78-EFFB-E5A50DE2E2D3}" dt="2025-04-14T13:45:57.371" v="408" actId="1076"/>
          <ac:spMkLst>
            <pc:docMk/>
            <pc:sldMk cId="1696651293" sldId="261"/>
            <ac:spMk id="5" creationId="{14D369E3-BA5A-4F88-DA71-58CCC332AF12}"/>
          </ac:spMkLst>
        </pc:spChg>
      </pc:sldChg>
      <pc:sldChg chg="addSp delSp modSp">
        <pc:chgData name="Jackson, Josiah" userId="S::jjackson3465@floridapoly.edu::7c216778-212d-46e2-9717-670eb8595fe4" providerId="AD" clId="Web-{76579993-21F4-5B78-EFFB-E5A50DE2E2D3}" dt="2025-04-14T13:27:44.236" v="142"/>
        <pc:sldMkLst>
          <pc:docMk/>
          <pc:sldMk cId="2179079293" sldId="262"/>
        </pc:sldMkLst>
        <pc:graphicFrameChg chg="add mod modGraphic">
          <ac:chgData name="Jackson, Josiah" userId="S::jjackson3465@floridapoly.edu::7c216778-212d-46e2-9717-670eb8595fe4" providerId="AD" clId="Web-{76579993-21F4-5B78-EFFB-E5A50DE2E2D3}" dt="2025-04-14T13:27:44.236" v="142"/>
          <ac:graphicFrameMkLst>
            <pc:docMk/>
            <pc:sldMk cId="2179079293" sldId="262"/>
            <ac:graphicFrameMk id="6" creationId="{0F3DADB7-BD26-5B30-3B62-1E60A0C973BB}"/>
          </ac:graphicFrameMkLst>
        </pc:graphicFrameChg>
        <pc:picChg chg="del">
          <ac:chgData name="Jackson, Josiah" userId="S::jjackson3465@floridapoly.edu::7c216778-212d-46e2-9717-670eb8595fe4" providerId="AD" clId="Web-{76579993-21F4-5B78-EFFB-E5A50DE2E2D3}" dt="2025-04-14T13:26:46.438" v="52"/>
          <ac:picMkLst>
            <pc:docMk/>
            <pc:sldMk cId="2179079293" sldId="262"/>
            <ac:picMk id="7" creationId="{CB408D45-0B79-E8C0-6F88-EF21319276B3}"/>
          </ac:picMkLst>
        </pc:picChg>
      </pc:sldChg>
      <pc:sldChg chg="modSp">
        <pc:chgData name="Jackson, Josiah" userId="S::jjackson3465@floridapoly.edu::7c216778-212d-46e2-9717-670eb8595fe4" providerId="AD" clId="Web-{76579993-21F4-5B78-EFFB-E5A50DE2E2D3}" dt="2025-04-14T15:34:20.450" v="630" actId="20577"/>
        <pc:sldMkLst>
          <pc:docMk/>
          <pc:sldMk cId="2423233483" sldId="264"/>
        </pc:sldMkLst>
        <pc:spChg chg="mod">
          <ac:chgData name="Jackson, Josiah" userId="S::jjackson3465@floridapoly.edu::7c216778-212d-46e2-9717-670eb8595fe4" providerId="AD" clId="Web-{76579993-21F4-5B78-EFFB-E5A50DE2E2D3}" dt="2025-04-14T15:34:20.450" v="630" actId="20577"/>
          <ac:spMkLst>
            <pc:docMk/>
            <pc:sldMk cId="2423233483" sldId="264"/>
            <ac:spMk id="3" creationId="{CA916344-EBC9-E213-605D-2E9CA811BB7F}"/>
          </ac:spMkLst>
        </pc:spChg>
      </pc:sldChg>
      <pc:sldChg chg="addSp delSp modSp">
        <pc:chgData name="Jackson, Josiah" userId="S::jjackson3465@floridapoly.edu::7c216778-212d-46e2-9717-670eb8595fe4" providerId="AD" clId="Web-{76579993-21F4-5B78-EFFB-E5A50DE2E2D3}" dt="2025-04-14T13:29:14.239" v="267"/>
        <pc:sldMkLst>
          <pc:docMk/>
          <pc:sldMk cId="1685761757" sldId="271"/>
        </pc:sldMkLst>
        <pc:graphicFrameChg chg="add mod modGraphic">
          <ac:chgData name="Jackson, Josiah" userId="S::jjackson3465@floridapoly.edu::7c216778-212d-46e2-9717-670eb8595fe4" providerId="AD" clId="Web-{76579993-21F4-5B78-EFFB-E5A50DE2E2D3}" dt="2025-04-14T13:29:14.239" v="267"/>
          <ac:graphicFrameMkLst>
            <pc:docMk/>
            <pc:sldMk cId="1685761757" sldId="271"/>
            <ac:graphicFrameMk id="7" creationId="{87A91150-5BE3-AD4D-FF6B-A5E1F7EDE15F}"/>
          </ac:graphicFrameMkLst>
        </pc:graphicFrameChg>
        <pc:picChg chg="del">
          <ac:chgData name="Jackson, Josiah" userId="S::jjackson3465@floridapoly.edu::7c216778-212d-46e2-9717-670eb8595fe4" providerId="AD" clId="Web-{76579993-21F4-5B78-EFFB-E5A50DE2E2D3}" dt="2025-04-14T13:28:46.941" v="143"/>
          <ac:picMkLst>
            <pc:docMk/>
            <pc:sldMk cId="1685761757" sldId="271"/>
            <ac:picMk id="4" creationId="{C5F92C90-946E-83CE-E8D0-A244CAED1665}"/>
          </ac:picMkLst>
        </pc:picChg>
      </pc:sldChg>
      <pc:sldChg chg="modSp">
        <pc:chgData name="Jackson, Josiah" userId="S::jjackson3465@floridapoly.edu::7c216778-212d-46e2-9717-670eb8595fe4" providerId="AD" clId="Web-{76579993-21F4-5B78-EFFB-E5A50DE2E2D3}" dt="2025-04-14T15:24:22.042" v="577" actId="20577"/>
        <pc:sldMkLst>
          <pc:docMk/>
          <pc:sldMk cId="799245451" sldId="274"/>
        </pc:sldMkLst>
        <pc:spChg chg="mod">
          <ac:chgData name="Jackson, Josiah" userId="S::jjackson3465@floridapoly.edu::7c216778-212d-46e2-9717-670eb8595fe4" providerId="AD" clId="Web-{76579993-21F4-5B78-EFFB-E5A50DE2E2D3}" dt="2025-04-14T15:24:22.042" v="577" actId="20577"/>
          <ac:spMkLst>
            <pc:docMk/>
            <pc:sldMk cId="799245451" sldId="274"/>
            <ac:spMk id="5" creationId="{744FECEB-A965-543E-6D9B-7A9DFC63DA4A}"/>
          </ac:spMkLst>
        </pc:spChg>
        <pc:picChg chg="mod">
          <ac:chgData name="Jackson, Josiah" userId="S::jjackson3465@floridapoly.edu::7c216778-212d-46e2-9717-670eb8595fe4" providerId="AD" clId="Web-{76579993-21F4-5B78-EFFB-E5A50DE2E2D3}" dt="2025-04-14T15:24:17.010" v="575" actId="1076"/>
          <ac:picMkLst>
            <pc:docMk/>
            <pc:sldMk cId="799245451" sldId="274"/>
            <ac:picMk id="6" creationId="{4390D539-ABFE-1621-EB65-D770261B9A05}"/>
          </ac:picMkLst>
        </pc:picChg>
      </pc:sldChg>
      <pc:sldChg chg="addSp delSp modSp mod setBg">
        <pc:chgData name="Jackson, Josiah" userId="S::jjackson3465@floridapoly.edu::7c216778-212d-46e2-9717-670eb8595fe4" providerId="AD" clId="Web-{76579993-21F4-5B78-EFFB-E5A50DE2E2D3}" dt="2025-04-14T15:30:19.960" v="610" actId="14100"/>
        <pc:sldMkLst>
          <pc:docMk/>
          <pc:sldMk cId="934124461" sldId="277"/>
        </pc:sldMkLst>
        <pc:spChg chg="mod">
          <ac:chgData name="Jackson, Josiah" userId="S::jjackson3465@floridapoly.edu::7c216778-212d-46e2-9717-670eb8595fe4" providerId="AD" clId="Web-{76579993-21F4-5B78-EFFB-E5A50DE2E2D3}" dt="2025-04-14T13:23:38.934" v="48"/>
          <ac:spMkLst>
            <pc:docMk/>
            <pc:sldMk cId="934124461" sldId="277"/>
            <ac:spMk id="2" creationId="{0BC110E3-BD10-F5D3-0146-4B18F355B7B5}"/>
          </ac:spMkLst>
        </pc:spChg>
        <pc:spChg chg="add mod">
          <ac:chgData name="Jackson, Josiah" userId="S::jjackson3465@floridapoly.edu::7c216778-212d-46e2-9717-670eb8595fe4" providerId="AD" clId="Web-{76579993-21F4-5B78-EFFB-E5A50DE2E2D3}" dt="2025-04-14T15:30:19.960" v="610" actId="14100"/>
          <ac:spMkLst>
            <pc:docMk/>
            <pc:sldMk cId="934124461" sldId="277"/>
            <ac:spMk id="12" creationId="{96B5BD1F-5CCE-73B6-E1E8-B3084F30656D}"/>
          </ac:spMkLst>
        </pc:spChg>
        <pc:spChg chg="del">
          <ac:chgData name="Jackson, Josiah" userId="S::jjackson3465@floridapoly.edu::7c216778-212d-46e2-9717-670eb8595fe4" providerId="AD" clId="Web-{76579993-21F4-5B78-EFFB-E5A50DE2E2D3}" dt="2025-04-14T13:23:38.934" v="48"/>
          <ac:spMkLst>
            <pc:docMk/>
            <pc:sldMk cId="934124461" sldId="277"/>
            <ac:spMk id="21" creationId="{9ECF398A-7153-BF0C-31A4-1BC698D17F79}"/>
          </ac:spMkLst>
        </pc:spChg>
        <pc:spChg chg="add del">
          <ac:chgData name="Jackson, Josiah" userId="S::jjackson3465@floridapoly.edu::7c216778-212d-46e2-9717-670eb8595fe4" providerId="AD" clId="Web-{76579993-21F4-5B78-EFFB-E5A50DE2E2D3}" dt="2025-04-14T13:24:12.903" v="51"/>
          <ac:spMkLst>
            <pc:docMk/>
            <pc:sldMk cId="934124461" sldId="277"/>
            <ac:spMk id="31" creationId="{A4AC5506-6312-4701-8D3C-40187889A947}"/>
          </ac:spMkLst>
        </pc:spChg>
        <pc:spChg chg="add">
          <ac:chgData name="Jackson, Josiah" userId="S::jjackson3465@floridapoly.edu::7c216778-212d-46e2-9717-670eb8595fe4" providerId="AD" clId="Web-{76579993-21F4-5B78-EFFB-E5A50DE2E2D3}" dt="2025-04-14T13:24:12.903" v="51"/>
          <ac:spMkLst>
            <pc:docMk/>
            <pc:sldMk cId="934124461" sldId="277"/>
            <ac:spMk id="36" creationId="{A4AC5506-6312-4701-8D3C-40187889A947}"/>
          </ac:spMkLst>
        </pc:spChg>
        <pc:grpChg chg="del">
          <ac:chgData name="Jackson, Josiah" userId="S::jjackson3465@floridapoly.edu::7c216778-212d-46e2-9717-670eb8595fe4" providerId="AD" clId="Web-{76579993-21F4-5B78-EFFB-E5A50DE2E2D3}" dt="2025-04-14T13:23:38.934" v="48"/>
          <ac:grpSpMkLst>
            <pc:docMk/>
            <pc:sldMk cId="934124461" sldId="277"/>
            <ac:grpSpMk id="23" creationId="{0A1B343A-BD31-1CB7-7290-6D444A0CBA65}"/>
          </ac:grpSpMkLst>
        </pc:grpChg>
        <pc:graphicFrameChg chg="add del mod">
          <ac:chgData name="Jackson, Josiah" userId="S::jjackson3465@floridapoly.edu::7c216778-212d-46e2-9717-670eb8595fe4" providerId="AD" clId="Web-{76579993-21F4-5B78-EFFB-E5A50DE2E2D3}" dt="2025-04-14T13:23:27.402" v="46"/>
          <ac:graphicFrameMkLst>
            <pc:docMk/>
            <pc:sldMk cId="934124461" sldId="277"/>
            <ac:graphicFrameMk id="4" creationId="{F1687C03-8DF7-8E20-17E7-EC9644A1D03D}"/>
          </ac:graphicFrameMkLst>
        </pc:graphicFrameChg>
        <pc:graphicFrameChg chg="add del mod modGraphic">
          <ac:chgData name="Jackson, Josiah" userId="S::jjackson3465@floridapoly.edu::7c216778-212d-46e2-9717-670eb8595fe4" providerId="AD" clId="Web-{76579993-21F4-5B78-EFFB-E5A50DE2E2D3}" dt="2025-04-14T13:24:07.575" v="49"/>
          <ac:graphicFrameMkLst>
            <pc:docMk/>
            <pc:sldMk cId="934124461" sldId="277"/>
            <ac:graphicFrameMk id="7" creationId="{8E121211-EF2C-0335-5C03-DFE87A4A3B9B}"/>
          </ac:graphicFrameMkLst>
        </pc:graphicFrameChg>
        <pc:graphicFrameChg chg="add mod modGraphic">
          <ac:chgData name="Jackson, Josiah" userId="S::jjackson3465@floridapoly.edu::7c216778-212d-46e2-9717-670eb8595fe4" providerId="AD" clId="Web-{76579993-21F4-5B78-EFFB-E5A50DE2E2D3}" dt="2025-04-14T13:37:17.922" v="363"/>
          <ac:graphicFrameMkLst>
            <pc:docMk/>
            <pc:sldMk cId="934124461" sldId="277"/>
            <ac:graphicFrameMk id="11" creationId="{50CA0531-0FD3-6EE4-E853-DE85645BAFFD}"/>
          </ac:graphicFrameMkLst>
        </pc:graphicFrameChg>
        <pc:picChg chg="del">
          <ac:chgData name="Jackson, Josiah" userId="S::jjackson3465@floridapoly.edu::7c216778-212d-46e2-9717-670eb8595fe4" providerId="AD" clId="Web-{76579993-21F4-5B78-EFFB-E5A50DE2E2D3}" dt="2025-04-14T13:23:21.996" v="42"/>
          <ac:picMkLst>
            <pc:docMk/>
            <pc:sldMk cId="934124461" sldId="277"/>
            <ac:picMk id="6" creationId="{FC7C9B84-FD73-A150-132F-B5FF8433A86D}"/>
          </ac:picMkLst>
        </pc:picChg>
        <pc:picChg chg="del">
          <ac:chgData name="Jackson, Josiah" userId="S::jjackson3465@floridapoly.edu::7c216778-212d-46e2-9717-670eb8595fe4" providerId="AD" clId="Web-{76579993-21F4-5B78-EFFB-E5A50DE2E2D3}" dt="2025-04-14T13:23:22.637" v="43"/>
          <ac:picMkLst>
            <pc:docMk/>
            <pc:sldMk cId="934124461" sldId="277"/>
            <ac:picMk id="8" creationId="{F18E7326-0775-D437-1E90-A49B1A647B6D}"/>
          </ac:picMkLst>
        </pc:picChg>
        <pc:picChg chg="del">
          <ac:chgData name="Jackson, Josiah" userId="S::jjackson3465@floridapoly.edu::7c216778-212d-46e2-9717-670eb8595fe4" providerId="AD" clId="Web-{76579993-21F4-5B78-EFFB-E5A50DE2E2D3}" dt="2025-04-14T13:23:23.277" v="44"/>
          <ac:picMkLst>
            <pc:docMk/>
            <pc:sldMk cId="934124461" sldId="277"/>
            <ac:picMk id="10" creationId="{C25D9AFA-BB05-942E-644E-C6BE0DDB4168}"/>
          </ac:picMkLst>
        </pc:picChg>
      </pc:sldChg>
      <pc:sldChg chg="modSp">
        <pc:chgData name="Jackson, Josiah" userId="S::jjackson3465@floridapoly.edu::7c216778-212d-46e2-9717-670eb8595fe4" providerId="AD" clId="Web-{76579993-21F4-5B78-EFFB-E5A50DE2E2D3}" dt="2025-04-14T13:40:00.785" v="383" actId="20577"/>
        <pc:sldMkLst>
          <pc:docMk/>
          <pc:sldMk cId="3943610207" sldId="282"/>
        </pc:sldMkLst>
        <pc:spChg chg="mod">
          <ac:chgData name="Jackson, Josiah" userId="S::jjackson3465@floridapoly.edu::7c216778-212d-46e2-9717-670eb8595fe4" providerId="AD" clId="Web-{76579993-21F4-5B78-EFFB-E5A50DE2E2D3}" dt="2025-04-14T13:40:00.785" v="383" actId="20577"/>
          <ac:spMkLst>
            <pc:docMk/>
            <pc:sldMk cId="3943610207" sldId="282"/>
            <ac:spMk id="2" creationId="{E9BBA6B0-14AB-1070-D0F9-8F3B5B7D0920}"/>
          </ac:spMkLst>
        </pc:spChg>
      </pc:sldChg>
      <pc:sldChg chg="del ord">
        <pc:chgData name="Jackson, Josiah" userId="S::jjackson3465@floridapoly.edu::7c216778-212d-46e2-9717-670eb8595fe4" providerId="AD" clId="Web-{76579993-21F4-5B78-EFFB-E5A50DE2E2D3}" dt="2025-04-14T15:31:35.353" v="611"/>
        <pc:sldMkLst>
          <pc:docMk/>
          <pc:sldMk cId="897577088" sldId="283"/>
        </pc:sldMkLst>
      </pc:sldChg>
      <pc:sldChg chg="modSp add replId">
        <pc:chgData name="Jackson, Josiah" userId="S::jjackson3465@floridapoly.edu::7c216778-212d-46e2-9717-670eb8595fe4" providerId="AD" clId="Web-{76579993-21F4-5B78-EFFB-E5A50DE2E2D3}" dt="2025-04-14T14:52:11.324" v="560" actId="20577"/>
        <pc:sldMkLst>
          <pc:docMk/>
          <pc:sldMk cId="3471551537" sldId="284"/>
        </pc:sldMkLst>
        <pc:graphicFrameChg chg="modGraphic">
          <ac:chgData name="Jackson, Josiah" userId="S::jjackson3465@floridapoly.edu::7c216778-212d-46e2-9717-670eb8595fe4" providerId="AD" clId="Web-{76579993-21F4-5B78-EFFB-E5A50DE2E2D3}" dt="2025-04-14T14:52:11.324" v="560" actId="20577"/>
          <ac:graphicFrameMkLst>
            <pc:docMk/>
            <pc:sldMk cId="3471551537" sldId="284"/>
            <ac:graphicFrameMk id="18" creationId="{B2E4AB28-DFB4-BCE5-2ECC-EF9B5A6131F0}"/>
          </ac:graphicFrameMkLst>
        </pc:graphicFrameChg>
      </pc:sldChg>
    </pc:docChg>
  </pc:docChgLst>
  <pc:docChgLst>
    <pc:chgData name="Jackson, Josiah" userId="S::jjackson3465@floridapoly.edu::7c216778-212d-46e2-9717-670eb8595fe4" providerId="AD" clId="Web-{51D68672-5291-CB10-70C8-DABA7E3F4A75}"/>
    <pc:docChg chg="modSld">
      <pc:chgData name="Jackson, Josiah" userId="S::jjackson3465@floridapoly.edu::7c216778-212d-46e2-9717-670eb8595fe4" providerId="AD" clId="Web-{51D68672-5291-CB10-70C8-DABA7E3F4A75}" dt="2025-04-07T15:28:53.989" v="17" actId="20577"/>
      <pc:docMkLst>
        <pc:docMk/>
      </pc:docMkLst>
      <pc:sldChg chg="modSp">
        <pc:chgData name="Jackson, Josiah" userId="S::jjackson3465@floridapoly.edu::7c216778-212d-46e2-9717-670eb8595fe4" providerId="AD" clId="Web-{51D68672-5291-CB10-70C8-DABA7E3F4A75}" dt="2025-04-07T15:28:53.989" v="17" actId="20577"/>
        <pc:sldMkLst>
          <pc:docMk/>
          <pc:sldMk cId="1685761757" sldId="271"/>
        </pc:sldMkLst>
        <pc:spChg chg="mod">
          <ac:chgData name="Jackson, Josiah" userId="S::jjackson3465@floridapoly.edu::7c216778-212d-46e2-9717-670eb8595fe4" providerId="AD" clId="Web-{51D68672-5291-CB10-70C8-DABA7E3F4A75}" dt="2025-04-07T15:28:53.989" v="17" actId="20577"/>
          <ac:spMkLst>
            <pc:docMk/>
            <pc:sldMk cId="1685761757" sldId="271"/>
            <ac:spMk id="5" creationId="{0307E310-B906-02C3-D10A-2ECA1ECFA1A0}"/>
          </ac:spMkLst>
        </pc:spChg>
      </pc:sldChg>
      <pc:sldChg chg="modSp">
        <pc:chgData name="Jackson, Josiah" userId="S::jjackson3465@floridapoly.edu::7c216778-212d-46e2-9717-670eb8595fe4" providerId="AD" clId="Web-{51D68672-5291-CB10-70C8-DABA7E3F4A75}" dt="2025-04-07T15:22:44.323" v="4" actId="20577"/>
        <pc:sldMkLst>
          <pc:docMk/>
          <pc:sldMk cId="799245451" sldId="274"/>
        </pc:sldMkLst>
        <pc:spChg chg="mod">
          <ac:chgData name="Jackson, Josiah" userId="S::jjackson3465@floridapoly.edu::7c216778-212d-46e2-9717-670eb8595fe4" providerId="AD" clId="Web-{51D68672-5291-CB10-70C8-DABA7E3F4A75}" dt="2025-04-07T15:22:44.323" v="4" actId="20577"/>
          <ac:spMkLst>
            <pc:docMk/>
            <pc:sldMk cId="799245451" sldId="274"/>
            <ac:spMk id="5" creationId="{744FECEB-A965-543E-6D9B-7A9DFC63DA4A}"/>
          </ac:spMkLst>
        </pc:spChg>
      </pc:sldChg>
    </pc:docChg>
  </pc:docChgLst>
  <pc:docChgLst>
    <pc:chgData name="Jackson, Josiah" userId="S::jjackson3465@floridapoly.edu::7c216778-212d-46e2-9717-670eb8595fe4" providerId="AD" clId="Web-{7CDAEAA7-3516-0702-5D49-58145CB97B71}"/>
    <pc:docChg chg="addSld delSld modSld sldOrd">
      <pc:chgData name="Jackson, Josiah" userId="S::jjackson3465@floridapoly.edu::7c216778-212d-46e2-9717-670eb8595fe4" providerId="AD" clId="Web-{7CDAEAA7-3516-0702-5D49-58145CB97B71}" dt="2025-04-09T14:46:32.182" v="611" actId="20577"/>
      <pc:docMkLst>
        <pc:docMk/>
      </pc:docMkLst>
      <pc:sldChg chg="addSp delSp modSp">
        <pc:chgData name="Jackson, Josiah" userId="S::jjackson3465@floridapoly.edu::7c216778-212d-46e2-9717-670eb8595fe4" providerId="AD" clId="Web-{7CDAEAA7-3516-0702-5D49-58145CB97B71}" dt="2025-04-09T13:32:17.385" v="32" actId="1076"/>
        <pc:sldMkLst>
          <pc:docMk/>
          <pc:sldMk cId="1696651293" sldId="261"/>
        </pc:sldMkLst>
        <pc:picChg chg="add mod">
          <ac:chgData name="Jackson, Josiah" userId="S::jjackson3465@floridapoly.edu::7c216778-212d-46e2-9717-670eb8595fe4" providerId="AD" clId="Web-{7CDAEAA7-3516-0702-5D49-58145CB97B71}" dt="2025-04-09T13:32:17.385" v="32" actId="1076"/>
          <ac:picMkLst>
            <pc:docMk/>
            <pc:sldMk cId="1696651293" sldId="261"/>
            <ac:picMk id="4" creationId="{ABF02905-08C1-B550-3237-01ECC5C048C6}"/>
          </ac:picMkLst>
        </pc:picChg>
      </pc:sldChg>
      <pc:sldChg chg="modSp">
        <pc:chgData name="Jackson, Josiah" userId="S::jjackson3465@floridapoly.edu::7c216778-212d-46e2-9717-670eb8595fe4" providerId="AD" clId="Web-{7CDAEAA7-3516-0702-5D49-58145CB97B71}" dt="2025-04-09T14:12:34.485" v="335" actId="20577"/>
        <pc:sldMkLst>
          <pc:docMk/>
          <pc:sldMk cId="825856741" sldId="263"/>
        </pc:sldMkLst>
        <pc:spChg chg="mod">
          <ac:chgData name="Jackson, Josiah" userId="S::jjackson3465@floridapoly.edu::7c216778-212d-46e2-9717-670eb8595fe4" providerId="AD" clId="Web-{7CDAEAA7-3516-0702-5D49-58145CB97B71}" dt="2025-04-09T14:12:34.485" v="335" actId="20577"/>
          <ac:spMkLst>
            <pc:docMk/>
            <pc:sldMk cId="825856741" sldId="263"/>
            <ac:spMk id="5" creationId="{9D05E413-B8A7-6D8F-AD07-36E4FEFAF7A6}"/>
          </ac:spMkLst>
        </pc:spChg>
      </pc:sldChg>
      <pc:sldChg chg="modSp">
        <pc:chgData name="Jackson, Josiah" userId="S::jjackson3465@floridapoly.edu::7c216778-212d-46e2-9717-670eb8595fe4" providerId="AD" clId="Web-{7CDAEAA7-3516-0702-5D49-58145CB97B71}" dt="2025-04-09T14:46:32.182" v="611" actId="20577"/>
        <pc:sldMkLst>
          <pc:docMk/>
          <pc:sldMk cId="2423233483" sldId="264"/>
        </pc:sldMkLst>
        <pc:spChg chg="mod">
          <ac:chgData name="Jackson, Josiah" userId="S::jjackson3465@floridapoly.edu::7c216778-212d-46e2-9717-670eb8595fe4" providerId="AD" clId="Web-{7CDAEAA7-3516-0702-5D49-58145CB97B71}" dt="2025-04-09T14:46:32.182" v="611" actId="20577"/>
          <ac:spMkLst>
            <pc:docMk/>
            <pc:sldMk cId="2423233483" sldId="264"/>
            <ac:spMk id="3" creationId="{CA916344-EBC9-E213-605D-2E9CA811BB7F}"/>
          </ac:spMkLst>
        </pc:spChg>
      </pc:sldChg>
      <pc:sldChg chg="addSp delSp modSp">
        <pc:chgData name="Jackson, Josiah" userId="S::jjackson3465@floridapoly.edu::7c216778-212d-46e2-9717-670eb8595fe4" providerId="AD" clId="Web-{7CDAEAA7-3516-0702-5D49-58145CB97B71}" dt="2025-04-09T14:17:43.402" v="384" actId="1076"/>
        <pc:sldMkLst>
          <pc:docMk/>
          <pc:sldMk cId="1162814394" sldId="267"/>
        </pc:sldMkLst>
        <pc:picChg chg="add mod">
          <ac:chgData name="Jackson, Josiah" userId="S::jjackson3465@floridapoly.edu::7c216778-212d-46e2-9717-670eb8595fe4" providerId="AD" clId="Web-{7CDAEAA7-3516-0702-5D49-58145CB97B71}" dt="2025-04-09T14:17:27.636" v="379" actId="1076"/>
          <ac:picMkLst>
            <pc:docMk/>
            <pc:sldMk cId="1162814394" sldId="267"/>
            <ac:picMk id="3" creationId="{C8C18F66-4B2E-8AA2-5F4A-D34DE6EE5613}"/>
          </ac:picMkLst>
        </pc:picChg>
        <pc:picChg chg="add mod">
          <ac:chgData name="Jackson, Josiah" userId="S::jjackson3465@floridapoly.edu::7c216778-212d-46e2-9717-670eb8595fe4" providerId="AD" clId="Web-{7CDAEAA7-3516-0702-5D49-58145CB97B71}" dt="2025-04-09T14:17:43.402" v="384" actId="1076"/>
          <ac:picMkLst>
            <pc:docMk/>
            <pc:sldMk cId="1162814394" sldId="267"/>
            <ac:picMk id="4" creationId="{C3B89180-0A16-5354-1F22-CFEF643A9DE9}"/>
          </ac:picMkLst>
        </pc:picChg>
      </pc:sldChg>
      <pc:sldChg chg="addSp delSp modSp del">
        <pc:chgData name="Jackson, Josiah" userId="S::jjackson3465@floridapoly.edu::7c216778-212d-46e2-9717-670eb8595fe4" providerId="AD" clId="Web-{7CDAEAA7-3516-0702-5D49-58145CB97B71}" dt="2025-04-09T14:16:15.368" v="362"/>
        <pc:sldMkLst>
          <pc:docMk/>
          <pc:sldMk cId="3734989664" sldId="268"/>
        </pc:sldMkLst>
      </pc:sldChg>
      <pc:sldChg chg="addSp delSp modSp">
        <pc:chgData name="Jackson, Josiah" userId="S::jjackson3465@floridapoly.edu::7c216778-212d-46e2-9717-670eb8595fe4" providerId="AD" clId="Web-{7CDAEAA7-3516-0702-5D49-58145CB97B71}" dt="2025-04-09T13:30:53.132" v="23" actId="1076"/>
        <pc:sldMkLst>
          <pc:docMk/>
          <pc:sldMk cId="1751255213" sldId="269"/>
        </pc:sldMkLst>
        <pc:picChg chg="add mod">
          <ac:chgData name="Jackson, Josiah" userId="S::jjackson3465@floridapoly.edu::7c216778-212d-46e2-9717-670eb8595fe4" providerId="AD" clId="Web-{7CDAEAA7-3516-0702-5D49-58145CB97B71}" dt="2025-04-09T13:30:53.132" v="23" actId="1076"/>
          <ac:picMkLst>
            <pc:docMk/>
            <pc:sldMk cId="1751255213" sldId="269"/>
            <ac:picMk id="5" creationId="{45BEDB18-4D8A-1457-BA9A-219BE7C78B48}"/>
          </ac:picMkLst>
        </pc:picChg>
        <pc:picChg chg="add mod">
          <ac:chgData name="Jackson, Josiah" userId="S::jjackson3465@floridapoly.edu::7c216778-212d-46e2-9717-670eb8595fe4" providerId="AD" clId="Web-{7CDAEAA7-3516-0702-5D49-58145CB97B71}" dt="2025-04-09T13:30:46.601" v="21"/>
          <ac:picMkLst>
            <pc:docMk/>
            <pc:sldMk cId="1751255213" sldId="269"/>
            <ac:picMk id="6" creationId="{E8B3CD01-0532-BD42-E2A1-B274B8CBE6F9}"/>
          </ac:picMkLst>
        </pc:picChg>
      </pc:sldChg>
      <pc:sldChg chg="modSp">
        <pc:chgData name="Jackson, Josiah" userId="S::jjackson3465@floridapoly.edu::7c216778-212d-46e2-9717-670eb8595fe4" providerId="AD" clId="Web-{7CDAEAA7-3516-0702-5D49-58145CB97B71}" dt="2025-04-09T14:27:49.330" v="562" actId="20577"/>
        <pc:sldMkLst>
          <pc:docMk/>
          <pc:sldMk cId="1685761757" sldId="271"/>
        </pc:sldMkLst>
        <pc:spChg chg="mod">
          <ac:chgData name="Jackson, Josiah" userId="S::jjackson3465@floridapoly.edu::7c216778-212d-46e2-9717-670eb8595fe4" providerId="AD" clId="Web-{7CDAEAA7-3516-0702-5D49-58145CB97B71}" dt="2025-04-09T14:27:49.330" v="562" actId="20577"/>
          <ac:spMkLst>
            <pc:docMk/>
            <pc:sldMk cId="1685761757" sldId="271"/>
            <ac:spMk id="5" creationId="{0307E310-B906-02C3-D10A-2ECA1ECFA1A0}"/>
          </ac:spMkLst>
        </pc:spChg>
      </pc:sldChg>
      <pc:sldChg chg="addSp delSp modSp">
        <pc:chgData name="Jackson, Josiah" userId="S::jjackson3465@floridapoly.edu::7c216778-212d-46e2-9717-670eb8595fe4" providerId="AD" clId="Web-{7CDAEAA7-3516-0702-5D49-58145CB97B71}" dt="2025-04-09T13:58:55.519" v="78" actId="1076"/>
        <pc:sldMkLst>
          <pc:docMk/>
          <pc:sldMk cId="799245451" sldId="274"/>
        </pc:sldMkLst>
        <pc:spChg chg="mod">
          <ac:chgData name="Jackson, Josiah" userId="S::jjackson3465@floridapoly.edu::7c216778-212d-46e2-9717-670eb8595fe4" providerId="AD" clId="Web-{7CDAEAA7-3516-0702-5D49-58145CB97B71}" dt="2025-04-09T13:45:00.802" v="70" actId="20577"/>
          <ac:spMkLst>
            <pc:docMk/>
            <pc:sldMk cId="799245451" sldId="274"/>
            <ac:spMk id="5" creationId="{744FECEB-A965-543E-6D9B-7A9DFC63DA4A}"/>
          </ac:spMkLst>
        </pc:spChg>
        <pc:picChg chg="add mod">
          <ac:chgData name="Jackson, Josiah" userId="S::jjackson3465@floridapoly.edu::7c216778-212d-46e2-9717-670eb8595fe4" providerId="AD" clId="Web-{7CDAEAA7-3516-0702-5D49-58145CB97B71}" dt="2025-04-09T13:43:35.190" v="41" actId="1076"/>
          <ac:picMkLst>
            <pc:docMk/>
            <pc:sldMk cId="799245451" sldId="274"/>
            <ac:picMk id="3" creationId="{FFDC2EC5-0B50-C359-1B5C-52897E51B2AC}"/>
          </ac:picMkLst>
        </pc:picChg>
        <pc:picChg chg="add mod">
          <ac:chgData name="Jackson, Josiah" userId="S::jjackson3465@floridapoly.edu::7c216778-212d-46e2-9717-670eb8595fe4" providerId="AD" clId="Web-{7CDAEAA7-3516-0702-5D49-58145CB97B71}" dt="2025-04-09T13:58:55.519" v="78" actId="1076"/>
          <ac:picMkLst>
            <pc:docMk/>
            <pc:sldMk cId="799245451" sldId="274"/>
            <ac:picMk id="6" creationId="{4390D539-ABFE-1621-EB65-D770261B9A05}"/>
          </ac:picMkLst>
        </pc:picChg>
      </pc:sldChg>
      <pc:sldChg chg="ord">
        <pc:chgData name="Jackson, Josiah" userId="S::jjackson3465@floridapoly.edu::7c216778-212d-46e2-9717-670eb8595fe4" providerId="AD" clId="Web-{7CDAEAA7-3516-0702-5D49-58145CB97B71}" dt="2025-04-09T14:17:56.715" v="385"/>
        <pc:sldMkLst>
          <pc:docMk/>
          <pc:sldMk cId="2202006301" sldId="275"/>
        </pc:sldMkLst>
      </pc:sldChg>
      <pc:sldChg chg="addSp delSp modSp">
        <pc:chgData name="Jackson, Josiah" userId="S::jjackson3465@floridapoly.edu::7c216778-212d-46e2-9717-670eb8595fe4" providerId="AD" clId="Web-{7CDAEAA7-3516-0702-5D49-58145CB97B71}" dt="2025-04-09T14:43:15.347" v="603"/>
        <pc:sldMkLst>
          <pc:docMk/>
          <pc:sldMk cId="959960164" sldId="276"/>
        </pc:sldMkLst>
        <pc:picChg chg="add del mod">
          <ac:chgData name="Jackson, Josiah" userId="S::jjackson3465@floridapoly.edu::7c216778-212d-46e2-9717-670eb8595fe4" providerId="AD" clId="Web-{7CDAEAA7-3516-0702-5D49-58145CB97B71}" dt="2025-04-09T14:42:42.987" v="597"/>
          <ac:picMkLst>
            <pc:docMk/>
            <pc:sldMk cId="959960164" sldId="276"/>
            <ac:picMk id="9" creationId="{8589BC48-3905-E73E-E5B4-081853284A59}"/>
          </ac:picMkLst>
        </pc:picChg>
        <pc:picChg chg="add mod">
          <ac:chgData name="Jackson, Josiah" userId="S::jjackson3465@floridapoly.edu::7c216778-212d-46e2-9717-670eb8595fe4" providerId="AD" clId="Web-{7CDAEAA7-3516-0702-5D49-58145CB97B71}" dt="2025-04-09T14:43:15.347" v="603"/>
          <ac:picMkLst>
            <pc:docMk/>
            <pc:sldMk cId="959960164" sldId="276"/>
            <ac:picMk id="10" creationId="{E3865AC4-9E74-63CA-6402-C95F98065ECB}"/>
          </ac:picMkLst>
        </pc:picChg>
      </pc:sldChg>
      <pc:sldChg chg="addSp delSp modSp">
        <pc:chgData name="Jackson, Josiah" userId="S::jjackson3465@floridapoly.edu::7c216778-212d-46e2-9717-670eb8595fe4" providerId="AD" clId="Web-{7CDAEAA7-3516-0702-5D49-58145CB97B71}" dt="2025-04-09T14:42:03.970" v="595" actId="1076"/>
        <pc:sldMkLst>
          <pc:docMk/>
          <pc:sldMk cId="934124461" sldId="277"/>
        </pc:sldMkLst>
      </pc:sldChg>
      <pc:sldChg chg="addSp delSp modSp new">
        <pc:chgData name="Jackson, Josiah" userId="S::jjackson3465@floridapoly.edu::7c216778-212d-46e2-9717-670eb8595fe4" providerId="AD" clId="Web-{7CDAEAA7-3516-0702-5D49-58145CB97B71}" dt="2025-04-09T14:19:23.594" v="418" actId="20577"/>
        <pc:sldMkLst>
          <pc:docMk/>
          <pc:sldMk cId="1416184384" sldId="281"/>
        </pc:sldMkLst>
        <pc:spChg chg="mod">
          <ac:chgData name="Jackson, Josiah" userId="S::jjackson3465@floridapoly.edu::7c216778-212d-46e2-9717-670eb8595fe4" providerId="AD" clId="Web-{7CDAEAA7-3516-0702-5D49-58145CB97B71}" dt="2025-04-09T14:19:23.594" v="418" actId="20577"/>
          <ac:spMkLst>
            <pc:docMk/>
            <pc:sldMk cId="1416184384" sldId="281"/>
            <ac:spMk id="2" creationId="{4428EC3D-11F0-22B7-AD7C-2974388F7C93}"/>
          </ac:spMkLst>
        </pc:spChg>
        <pc:picChg chg="add mod">
          <ac:chgData name="Jackson, Josiah" userId="S::jjackson3465@floridapoly.edu::7c216778-212d-46e2-9717-670eb8595fe4" providerId="AD" clId="Web-{7CDAEAA7-3516-0702-5D49-58145CB97B71}" dt="2025-04-09T14:18:41.998" v="393" actId="1076"/>
          <ac:picMkLst>
            <pc:docMk/>
            <pc:sldMk cId="1416184384" sldId="281"/>
            <ac:picMk id="4" creationId="{063EE952-60D6-684C-E108-5AA5E707CC08}"/>
          </ac:picMkLst>
        </pc:picChg>
        <pc:picChg chg="add mod">
          <ac:chgData name="Jackson, Josiah" userId="S::jjackson3465@floridapoly.edu::7c216778-212d-46e2-9717-670eb8595fe4" providerId="AD" clId="Web-{7CDAEAA7-3516-0702-5D49-58145CB97B71}" dt="2025-04-09T14:19:11.984" v="403"/>
          <ac:picMkLst>
            <pc:docMk/>
            <pc:sldMk cId="1416184384" sldId="281"/>
            <ac:picMk id="5" creationId="{E5F01642-5AD9-CE88-5C96-39A5F8506089}"/>
          </ac:picMkLst>
        </pc:picChg>
      </pc:sldChg>
      <pc:sldChg chg="addSp delSp modSp add ord replId">
        <pc:chgData name="Jackson, Josiah" userId="S::jjackson3465@floridapoly.edu::7c216778-212d-46e2-9717-670eb8595fe4" providerId="AD" clId="Web-{7CDAEAA7-3516-0702-5D49-58145CB97B71}" dt="2025-04-09T14:44:28.037" v="607"/>
        <pc:sldMkLst>
          <pc:docMk/>
          <pc:sldMk cId="3943610207" sldId="282"/>
        </pc:sldMkLst>
        <pc:spChg chg="mod">
          <ac:chgData name="Jackson, Josiah" userId="S::jjackson3465@floridapoly.edu::7c216778-212d-46e2-9717-670eb8595fe4" providerId="AD" clId="Web-{7CDAEAA7-3516-0702-5D49-58145CB97B71}" dt="2025-04-09T14:23:59.338" v="439" actId="20577"/>
          <ac:spMkLst>
            <pc:docMk/>
            <pc:sldMk cId="3943610207" sldId="282"/>
            <ac:spMk id="2" creationId="{E9BBA6B0-14AB-1070-D0F9-8F3B5B7D0920}"/>
          </ac:spMkLst>
        </pc:spChg>
        <pc:spChg chg="mod">
          <ac:chgData name="Jackson, Josiah" userId="S::jjackson3465@floridapoly.edu::7c216778-212d-46e2-9717-670eb8595fe4" providerId="AD" clId="Web-{7CDAEAA7-3516-0702-5D49-58145CB97B71}" dt="2025-04-09T14:25:43.779" v="546" actId="20577"/>
          <ac:spMkLst>
            <pc:docMk/>
            <pc:sldMk cId="3943610207" sldId="282"/>
            <ac:spMk id="5" creationId="{DDF6F9D4-9A8D-5879-C5FC-746E21F06A70}"/>
          </ac:spMkLst>
        </pc:spChg>
        <pc:picChg chg="add mod">
          <ac:chgData name="Jackson, Josiah" userId="S::jjackson3465@floridapoly.edu::7c216778-212d-46e2-9717-670eb8595fe4" providerId="AD" clId="Web-{7CDAEAA7-3516-0702-5D49-58145CB97B71}" dt="2025-04-09T14:24:18.667" v="444" actId="1076"/>
          <ac:picMkLst>
            <pc:docMk/>
            <pc:sldMk cId="3943610207" sldId="282"/>
            <ac:picMk id="3" creationId="{D6702241-9315-E93C-8C2B-589A5B3D11AA}"/>
          </ac:picMkLst>
        </pc:picChg>
        <pc:picChg chg="add mod">
          <ac:chgData name="Jackson, Josiah" userId="S::jjackson3465@floridapoly.edu::7c216778-212d-46e2-9717-670eb8595fe4" providerId="AD" clId="Web-{7CDAEAA7-3516-0702-5D49-58145CB97B71}" dt="2025-04-09T14:24:24.901" v="445" actId="14100"/>
          <ac:picMkLst>
            <pc:docMk/>
            <pc:sldMk cId="3943610207" sldId="282"/>
            <ac:picMk id="4" creationId="{1758ECE6-78DB-5EA2-9AA6-AE7E3FBFA750}"/>
          </ac:picMkLst>
        </pc:picChg>
      </pc:sldChg>
    </pc:docChg>
  </pc:docChgLst>
  <pc:docChgLst>
    <pc:chgData name="Ricci, Nicholas" userId="S::nricci0462@floridapoly.edu::43913b12-e7b8-463b-9ffa-a973981846e3" providerId="AD" clId="Web-{A4049422-2964-1E3C-C55D-B9ED97C26555}"/>
    <pc:docChg chg="addSld modSld">
      <pc:chgData name="Ricci, Nicholas" userId="S::nricci0462@floridapoly.edu::43913b12-e7b8-463b-9ffa-a973981846e3" providerId="AD" clId="Web-{A4049422-2964-1E3C-C55D-B9ED97C26555}" dt="2025-03-24T17:30:38.909" v="275" actId="14100"/>
      <pc:docMkLst>
        <pc:docMk/>
      </pc:docMkLst>
      <pc:sldChg chg="addSp modSp mod setBg">
        <pc:chgData name="Ricci, Nicholas" userId="S::nricci0462@floridapoly.edu::43913b12-e7b8-463b-9ffa-a973981846e3" providerId="AD" clId="Web-{A4049422-2964-1E3C-C55D-B9ED97C26555}" dt="2025-03-24T17:27:13.740" v="243" actId="1076"/>
        <pc:sldMkLst>
          <pc:docMk/>
          <pc:sldMk cId="109857222" sldId="256"/>
        </pc:sldMkLst>
      </pc:sldChg>
      <pc:sldChg chg="addSp delSp modSp mod setBg">
        <pc:chgData name="Ricci, Nicholas" userId="S::nricci0462@floridapoly.edu::43913b12-e7b8-463b-9ffa-a973981846e3" providerId="AD" clId="Web-{A4049422-2964-1E3C-C55D-B9ED97C26555}" dt="2025-03-24T17:17:45.470" v="130" actId="20577"/>
        <pc:sldMkLst>
          <pc:docMk/>
          <pc:sldMk cId="72773000" sldId="257"/>
        </pc:sldMkLst>
      </pc:sldChg>
      <pc:sldChg chg="addSp modSp mod setBg">
        <pc:chgData name="Ricci, Nicholas" userId="S::nricci0462@floridapoly.edu::43913b12-e7b8-463b-9ffa-a973981846e3" providerId="AD" clId="Web-{A4049422-2964-1E3C-C55D-B9ED97C26555}" dt="2025-03-24T17:18:41.099" v="143" actId="14100"/>
        <pc:sldMkLst>
          <pc:docMk/>
          <pc:sldMk cId="686431365" sldId="258"/>
        </pc:sldMkLst>
        <pc:spChg chg="mod">
          <ac:chgData name="Ricci, Nicholas" userId="S::nricci0462@floridapoly.edu::43913b12-e7b8-463b-9ffa-a973981846e3" providerId="AD" clId="Web-{A4049422-2964-1E3C-C55D-B9ED97C26555}" dt="2025-03-24T17:18:41.099" v="143" actId="14100"/>
          <ac:spMkLst>
            <pc:docMk/>
            <pc:sldMk cId="686431365" sldId="258"/>
            <ac:spMk id="2" creationId="{BE1C4920-8969-EE7E-BE07-049E14A0031E}"/>
          </ac:spMkLst>
        </pc:spChg>
        <pc:spChg chg="mod">
          <ac:chgData name="Ricci, Nicholas" userId="S::nricci0462@floridapoly.edu::43913b12-e7b8-463b-9ffa-a973981846e3" providerId="AD" clId="Web-{A4049422-2964-1E3C-C55D-B9ED97C26555}" dt="2025-03-24T17:18:29.489" v="140" actId="20577"/>
          <ac:spMkLst>
            <pc:docMk/>
            <pc:sldMk cId="686431365" sldId="258"/>
            <ac:spMk id="3" creationId="{528E0B8E-C1E0-9BB9-B848-C3EEEDF7203B}"/>
          </ac:spMkLst>
        </pc:spChg>
        <pc:spChg chg="add">
          <ac:chgData name="Ricci, Nicholas" userId="S::nricci0462@floridapoly.edu::43913b12-e7b8-463b-9ffa-a973981846e3" providerId="AD" clId="Web-{A4049422-2964-1E3C-C55D-B9ED97C26555}" dt="2025-03-24T17:17:59.331" v="131"/>
          <ac:spMkLst>
            <pc:docMk/>
            <pc:sldMk cId="686431365" sldId="258"/>
            <ac:spMk id="8" creationId="{1B15ED52-F352-441B-82BF-E0EA34836D08}"/>
          </ac:spMkLst>
        </pc:spChg>
        <pc:spChg chg="add">
          <ac:chgData name="Ricci, Nicholas" userId="S::nricci0462@floridapoly.edu::43913b12-e7b8-463b-9ffa-a973981846e3" providerId="AD" clId="Web-{A4049422-2964-1E3C-C55D-B9ED97C26555}" dt="2025-03-24T17:17:59.331" v="131"/>
          <ac:spMkLst>
            <pc:docMk/>
            <pc:sldMk cId="686431365" sldId="258"/>
            <ac:spMk id="10" creationId="{3B2E3793-BFE6-45A2-9B7B-E18844431C99}"/>
          </ac:spMkLst>
        </pc:spChg>
        <pc:spChg chg="add">
          <ac:chgData name="Ricci, Nicholas" userId="S::nricci0462@floridapoly.edu::43913b12-e7b8-463b-9ffa-a973981846e3" providerId="AD" clId="Web-{A4049422-2964-1E3C-C55D-B9ED97C26555}" dt="2025-03-24T17:17:59.331" v="131"/>
          <ac:spMkLst>
            <pc:docMk/>
            <pc:sldMk cId="686431365" sldId="258"/>
            <ac:spMk id="12" creationId="{BC4C4868-CB8F-4AF9-9CDB-8108F2C19B67}"/>
          </ac:spMkLst>
        </pc:spChg>
        <pc:spChg chg="add">
          <ac:chgData name="Ricci, Nicholas" userId="S::nricci0462@floridapoly.edu::43913b12-e7b8-463b-9ffa-a973981846e3" providerId="AD" clId="Web-{A4049422-2964-1E3C-C55D-B9ED97C26555}" dt="2025-03-24T17:17:59.331" v="131"/>
          <ac:spMkLst>
            <pc:docMk/>
            <pc:sldMk cId="686431365" sldId="258"/>
            <ac:spMk id="14" creationId="{375E0459-6403-40CD-989D-56A4407CA12E}"/>
          </ac:spMkLst>
        </pc:spChg>
        <pc:spChg chg="add">
          <ac:chgData name="Ricci, Nicholas" userId="S::nricci0462@floridapoly.edu::43913b12-e7b8-463b-9ffa-a973981846e3" providerId="AD" clId="Web-{A4049422-2964-1E3C-C55D-B9ED97C26555}" dt="2025-03-24T17:17:59.331" v="131"/>
          <ac:spMkLst>
            <pc:docMk/>
            <pc:sldMk cId="686431365" sldId="258"/>
            <ac:spMk id="16" creationId="{53E5B1A8-3AC9-4BD1-9BBC-78CA94F2D1BA}"/>
          </ac:spMkLst>
        </pc:spChg>
      </pc:sldChg>
      <pc:sldChg chg="addSp delSp modSp mod setBg">
        <pc:chgData name="Ricci, Nicholas" userId="S::nricci0462@floridapoly.edu::43913b12-e7b8-463b-9ffa-a973981846e3" providerId="AD" clId="Web-{A4049422-2964-1E3C-C55D-B9ED97C26555}" dt="2025-03-24T17:27:57.993" v="246"/>
        <pc:sldMkLst>
          <pc:docMk/>
          <pc:sldMk cId="3583200531" sldId="259"/>
        </pc:sldMkLst>
        <pc:spChg chg="mod">
          <ac:chgData name="Ricci, Nicholas" userId="S::nricci0462@floridapoly.edu::43913b12-e7b8-463b-9ffa-a973981846e3" providerId="AD" clId="Web-{A4049422-2964-1E3C-C55D-B9ED97C26555}" dt="2025-03-24T17:27:39.086" v="244"/>
          <ac:spMkLst>
            <pc:docMk/>
            <pc:sldMk cId="3583200531" sldId="259"/>
            <ac:spMk id="2" creationId="{FD116808-A2A7-3936-44AB-A6557F80142B}"/>
          </ac:spMkLst>
        </pc:spChg>
        <pc:spChg chg="add">
          <ac:chgData name="Ricci, Nicholas" userId="S::nricci0462@floridapoly.edu::43913b12-e7b8-463b-9ffa-a973981846e3" providerId="AD" clId="Web-{A4049422-2964-1E3C-C55D-B9ED97C26555}" dt="2025-03-24T17:27:39.086" v="244"/>
          <ac:spMkLst>
            <pc:docMk/>
            <pc:sldMk cId="3583200531" sldId="259"/>
            <ac:spMk id="22" creationId="{BACC6370-2D7E-4714-9D71-7542949D7D5D}"/>
          </ac:spMkLst>
        </pc:spChg>
        <pc:spChg chg="add">
          <ac:chgData name="Ricci, Nicholas" userId="S::nricci0462@floridapoly.edu::43913b12-e7b8-463b-9ffa-a973981846e3" providerId="AD" clId="Web-{A4049422-2964-1E3C-C55D-B9ED97C26555}" dt="2025-03-24T17:27:39.086" v="244"/>
          <ac:spMkLst>
            <pc:docMk/>
            <pc:sldMk cId="3583200531" sldId="259"/>
            <ac:spMk id="24" creationId="{F68B3F68-107C-434F-AA38-110D5EA91B85}"/>
          </ac:spMkLst>
        </pc:spChg>
        <pc:spChg chg="add">
          <ac:chgData name="Ricci, Nicholas" userId="S::nricci0462@floridapoly.edu::43913b12-e7b8-463b-9ffa-a973981846e3" providerId="AD" clId="Web-{A4049422-2964-1E3C-C55D-B9ED97C26555}" dt="2025-03-24T17:27:39.086" v="244"/>
          <ac:spMkLst>
            <pc:docMk/>
            <pc:sldMk cId="3583200531" sldId="259"/>
            <ac:spMk id="26" creationId="{AAD0DBB9-1A4B-4391-81D4-CB19F9AB918A}"/>
          </ac:spMkLst>
        </pc:spChg>
        <pc:spChg chg="add">
          <ac:chgData name="Ricci, Nicholas" userId="S::nricci0462@floridapoly.edu::43913b12-e7b8-463b-9ffa-a973981846e3" providerId="AD" clId="Web-{A4049422-2964-1E3C-C55D-B9ED97C26555}" dt="2025-03-24T17:27:39.086" v="244"/>
          <ac:spMkLst>
            <pc:docMk/>
            <pc:sldMk cId="3583200531" sldId="259"/>
            <ac:spMk id="28" creationId="{063BBA22-50EA-4C4D-BE05-F1CE4E63AA56}"/>
          </ac:spMkLst>
        </pc:spChg>
        <pc:graphicFrameChg chg="add mod modGraphic">
          <ac:chgData name="Ricci, Nicholas" userId="S::nricci0462@floridapoly.edu::43913b12-e7b8-463b-9ffa-a973981846e3" providerId="AD" clId="Web-{A4049422-2964-1E3C-C55D-B9ED97C26555}" dt="2025-03-24T17:27:57.993" v="246"/>
          <ac:graphicFrameMkLst>
            <pc:docMk/>
            <pc:sldMk cId="3583200531" sldId="259"/>
            <ac:graphicFrameMk id="17" creationId="{D5A76EF4-CD9A-BC49-1E62-23B16A1202FB}"/>
          </ac:graphicFrameMkLst>
        </pc:graphicFrameChg>
      </pc:sldChg>
      <pc:sldChg chg="addSp delSp modSp new">
        <pc:chgData name="Ricci, Nicholas" userId="S::nricci0462@floridapoly.edu::43913b12-e7b8-463b-9ffa-a973981846e3" providerId="AD" clId="Web-{A4049422-2964-1E3C-C55D-B9ED97C26555}" dt="2025-03-24T17:22:56.240" v="190" actId="20577"/>
        <pc:sldMkLst>
          <pc:docMk/>
          <pc:sldMk cId="1433949439" sldId="260"/>
        </pc:sldMkLst>
        <pc:spChg chg="mod">
          <ac:chgData name="Ricci, Nicholas" userId="S::nricci0462@floridapoly.edu::43913b12-e7b8-463b-9ffa-a973981846e3" providerId="AD" clId="Web-{A4049422-2964-1E3C-C55D-B9ED97C26555}" dt="2025-03-24T17:15:55.198" v="114" actId="14100"/>
          <ac:spMkLst>
            <pc:docMk/>
            <pc:sldMk cId="1433949439" sldId="260"/>
            <ac:spMk id="2" creationId="{F1898BA9-9930-62BB-5E1F-19B736DCFD65}"/>
          </ac:spMkLst>
        </pc:spChg>
        <pc:spChg chg="add mod">
          <ac:chgData name="Ricci, Nicholas" userId="S::nricci0462@floridapoly.edu::43913b12-e7b8-463b-9ffa-a973981846e3" providerId="AD" clId="Web-{A4049422-2964-1E3C-C55D-B9ED97C26555}" dt="2025-03-24T17:22:56.240" v="190" actId="20577"/>
          <ac:spMkLst>
            <pc:docMk/>
            <pc:sldMk cId="1433949439" sldId="260"/>
            <ac:spMk id="4" creationId="{2E7B76A5-E570-C6E1-04D9-B8D937887944}"/>
          </ac:spMkLst>
        </pc:spChg>
      </pc:sldChg>
      <pc:sldChg chg="addSp delSp modSp mod setBg">
        <pc:chgData name="Ricci, Nicholas" userId="S::nricci0462@floridapoly.edu::43913b12-e7b8-463b-9ffa-a973981846e3" providerId="AD" clId="Web-{A4049422-2964-1E3C-C55D-B9ED97C26555}" dt="2025-03-24T17:23:48.306" v="199" actId="20577"/>
        <pc:sldMkLst>
          <pc:docMk/>
          <pc:sldMk cId="1696651293" sldId="261"/>
        </pc:sldMkLst>
        <pc:spChg chg="mod">
          <ac:chgData name="Ricci, Nicholas" userId="S::nricci0462@floridapoly.edu::43913b12-e7b8-463b-9ffa-a973981846e3" providerId="AD" clId="Web-{A4049422-2964-1E3C-C55D-B9ED97C26555}" dt="2025-03-24T17:23:48.306" v="199" actId="20577"/>
          <ac:spMkLst>
            <pc:docMk/>
            <pc:sldMk cId="1696651293" sldId="261"/>
            <ac:spMk id="2" creationId="{95FAF4D8-267D-00E0-A53F-1C04301620D6}"/>
          </ac:spMkLst>
        </pc:spChg>
      </pc:sldChg>
      <pc:sldChg chg="addSp delSp modSp mod setBg">
        <pc:chgData name="Ricci, Nicholas" userId="S::nricci0462@floridapoly.edu::43913b12-e7b8-463b-9ffa-a973981846e3" providerId="AD" clId="Web-{A4049422-2964-1E3C-C55D-B9ED97C26555}" dt="2025-03-24T17:22:38.895" v="184" actId="20577"/>
        <pc:sldMkLst>
          <pc:docMk/>
          <pc:sldMk cId="2179079293" sldId="262"/>
        </pc:sldMkLst>
        <pc:spChg chg="mod">
          <ac:chgData name="Ricci, Nicholas" userId="S::nricci0462@floridapoly.edu::43913b12-e7b8-463b-9ffa-a973981846e3" providerId="AD" clId="Web-{A4049422-2964-1E3C-C55D-B9ED97C26555}" dt="2025-03-24T17:21:20.062" v="171" actId="14100"/>
          <ac:spMkLst>
            <pc:docMk/>
            <pc:sldMk cId="2179079293" sldId="262"/>
            <ac:spMk id="2" creationId="{B38FEC34-0E86-3C49-D8C4-9A4EBC0B4A11}"/>
          </ac:spMkLst>
        </pc:spChg>
        <pc:spChg chg="add">
          <ac:chgData name="Ricci, Nicholas" userId="S::nricci0462@floridapoly.edu::43913b12-e7b8-463b-9ffa-a973981846e3" providerId="AD" clId="Web-{A4049422-2964-1E3C-C55D-B9ED97C26555}" dt="2025-03-24T17:21:05.702" v="168"/>
          <ac:spMkLst>
            <pc:docMk/>
            <pc:sldMk cId="2179079293" sldId="262"/>
            <ac:spMk id="9" creationId="{A8384FB5-9ADC-4DDC-881B-597D56F5B15D}"/>
          </ac:spMkLst>
        </pc:spChg>
        <pc:spChg chg="add">
          <ac:chgData name="Ricci, Nicholas" userId="S::nricci0462@floridapoly.edu::43913b12-e7b8-463b-9ffa-a973981846e3" providerId="AD" clId="Web-{A4049422-2964-1E3C-C55D-B9ED97C26555}" dt="2025-03-24T17:21:05.702" v="168"/>
          <ac:spMkLst>
            <pc:docMk/>
            <pc:sldMk cId="2179079293" sldId="262"/>
            <ac:spMk id="11" creationId="{1199E1B1-A8C0-4FE8-A5A8-1CB41D69F857}"/>
          </ac:spMkLst>
        </pc:spChg>
        <pc:spChg chg="add">
          <ac:chgData name="Ricci, Nicholas" userId="S::nricci0462@floridapoly.edu::43913b12-e7b8-463b-9ffa-a973981846e3" providerId="AD" clId="Web-{A4049422-2964-1E3C-C55D-B9ED97C26555}" dt="2025-03-24T17:21:05.702" v="168"/>
          <ac:spMkLst>
            <pc:docMk/>
            <pc:sldMk cId="2179079293" sldId="262"/>
            <ac:spMk id="13" creationId="{84A8DE83-DE75-4B41-9DB4-A7EC0B0DEC0B}"/>
          </ac:spMkLst>
        </pc:spChg>
        <pc:spChg chg="add">
          <ac:chgData name="Ricci, Nicholas" userId="S::nricci0462@floridapoly.edu::43913b12-e7b8-463b-9ffa-a973981846e3" providerId="AD" clId="Web-{A4049422-2964-1E3C-C55D-B9ED97C26555}" dt="2025-03-24T17:21:05.702" v="168"/>
          <ac:spMkLst>
            <pc:docMk/>
            <pc:sldMk cId="2179079293" sldId="262"/>
            <ac:spMk id="15" creationId="{A7009A0A-BEF5-4EAC-AF15-E4F9F002E239}"/>
          </ac:spMkLst>
        </pc:spChg>
      </pc:sldChg>
      <pc:sldChg chg="addSp modSp new mod setBg">
        <pc:chgData name="Ricci, Nicholas" userId="S::nricci0462@floridapoly.edu::43913b12-e7b8-463b-9ffa-a973981846e3" providerId="AD" clId="Web-{A4049422-2964-1E3C-C55D-B9ED97C26555}" dt="2025-03-24T17:25:04.420" v="219" actId="14100"/>
        <pc:sldMkLst>
          <pc:docMk/>
          <pc:sldMk cId="825856741" sldId="263"/>
        </pc:sldMkLst>
        <pc:spChg chg="mod">
          <ac:chgData name="Ricci, Nicholas" userId="S::nricci0462@floridapoly.edu::43913b12-e7b8-463b-9ffa-a973981846e3" providerId="AD" clId="Web-{A4049422-2964-1E3C-C55D-B9ED97C26555}" dt="2025-03-24T17:24:15.979" v="203" actId="20577"/>
          <ac:spMkLst>
            <pc:docMk/>
            <pc:sldMk cId="825856741" sldId="263"/>
            <ac:spMk id="2" creationId="{B43D45EC-6FC6-666B-1810-6B708B2B11F0}"/>
          </ac:spMkLst>
        </pc:spChg>
      </pc:sldChg>
      <pc:sldChg chg="addSp delSp modSp mod setBg">
        <pc:chgData name="Ricci, Nicholas" userId="S::nricci0462@floridapoly.edu::43913b12-e7b8-463b-9ffa-a973981846e3" providerId="AD" clId="Web-{A4049422-2964-1E3C-C55D-B9ED97C26555}" dt="2025-03-24T17:26:16.799" v="237" actId="20577"/>
        <pc:sldMkLst>
          <pc:docMk/>
          <pc:sldMk cId="2423233483" sldId="264"/>
        </pc:sldMkLst>
        <pc:spChg chg="mod">
          <ac:chgData name="Ricci, Nicholas" userId="S::nricci0462@floridapoly.edu::43913b12-e7b8-463b-9ffa-a973981846e3" providerId="AD" clId="Web-{A4049422-2964-1E3C-C55D-B9ED97C26555}" dt="2025-03-24T17:25:53.845" v="232" actId="20577"/>
          <ac:spMkLst>
            <pc:docMk/>
            <pc:sldMk cId="2423233483" sldId="264"/>
            <ac:spMk id="2" creationId="{C58089E0-226F-C481-DE80-8654DE083DD1}"/>
          </ac:spMkLst>
        </pc:spChg>
      </pc:sldChg>
      <pc:sldChg chg="addSp delSp modSp mod setBg setClrOvrMap">
        <pc:chgData name="Ricci, Nicholas" userId="S::nricci0462@floridapoly.edu::43913b12-e7b8-463b-9ffa-a973981846e3" providerId="AD" clId="Web-{A4049422-2964-1E3C-C55D-B9ED97C26555}" dt="2025-03-24T17:30:38.909" v="275" actId="14100"/>
        <pc:sldMkLst>
          <pc:docMk/>
          <pc:sldMk cId="3293237254" sldId="265"/>
        </pc:sldMkLst>
        <pc:spChg chg="mod">
          <ac:chgData name="Ricci, Nicholas" userId="S::nricci0462@floridapoly.edu::43913b12-e7b8-463b-9ffa-a973981846e3" providerId="AD" clId="Web-{A4049422-2964-1E3C-C55D-B9ED97C26555}" dt="2025-03-24T17:30:38.909" v="275" actId="14100"/>
          <ac:spMkLst>
            <pc:docMk/>
            <pc:sldMk cId="3293237254" sldId="265"/>
            <ac:spMk id="2" creationId="{EC817254-AC2D-23E2-8757-F12FEC56C8CA}"/>
          </ac:spMkLst>
        </pc:spChg>
        <pc:spChg chg="add">
          <ac:chgData name="Ricci, Nicholas" userId="S::nricci0462@floridapoly.edu::43913b12-e7b8-463b-9ffa-a973981846e3" providerId="AD" clId="Web-{A4049422-2964-1E3C-C55D-B9ED97C26555}" dt="2025-03-24T17:29:47.047" v="260"/>
          <ac:spMkLst>
            <pc:docMk/>
            <pc:sldMk cId="3293237254" sldId="265"/>
            <ac:spMk id="40" creationId="{71B2258F-86CA-4D4D-8270-BC05FCDEBFB3}"/>
          </ac:spMkLst>
        </pc:spChg>
        <pc:picChg chg="add mod">
          <ac:chgData name="Ricci, Nicholas" userId="S::nricci0462@floridapoly.edu::43913b12-e7b8-463b-9ffa-a973981846e3" providerId="AD" clId="Web-{A4049422-2964-1E3C-C55D-B9ED97C26555}" dt="2025-03-24T17:29:47.047" v="260"/>
          <ac:picMkLst>
            <pc:docMk/>
            <pc:sldMk cId="3293237254" sldId="265"/>
            <ac:picMk id="35" creationId="{86ABF04D-4CE4-74F1-2789-D9D220AC6D19}"/>
          </ac:picMkLst>
        </pc:picChg>
      </pc:sldChg>
    </pc:docChg>
  </pc:docChgLst>
  <pc:docChgLst>
    <pc:chgData name="Hesse, Samuel" userId="S::shesse3627@floridapoly.edu::84d1c00b-855e-4a75-9e50-bb53dcc600b8" providerId="AD" clId="Web-{73119685-E2C3-FDE1-450B-8081060805DE}"/>
    <pc:docChg chg="addSld modSld sldOrd">
      <pc:chgData name="Hesse, Samuel" userId="S::shesse3627@floridapoly.edu::84d1c00b-855e-4a75-9e50-bb53dcc600b8" providerId="AD" clId="Web-{73119685-E2C3-FDE1-450B-8081060805DE}" dt="2025-04-02T16:48:30.126" v="45" actId="20577"/>
      <pc:docMkLst>
        <pc:docMk/>
      </pc:docMkLst>
      <pc:sldChg chg="ord">
        <pc:chgData name="Hesse, Samuel" userId="S::shesse3627@floridapoly.edu::84d1c00b-855e-4a75-9e50-bb53dcc600b8" providerId="AD" clId="Web-{73119685-E2C3-FDE1-450B-8081060805DE}" dt="2025-04-02T16:27:09.346" v="0"/>
        <pc:sldMkLst>
          <pc:docMk/>
          <pc:sldMk cId="3734989664" sldId="268"/>
        </pc:sldMkLst>
      </pc:sldChg>
      <pc:sldChg chg="delSp modSp">
        <pc:chgData name="Hesse, Samuel" userId="S::shesse3627@floridapoly.edu::84d1c00b-855e-4a75-9e50-bb53dcc600b8" providerId="AD" clId="Web-{73119685-E2C3-FDE1-450B-8081060805DE}" dt="2025-04-02T16:46:15.730" v="18" actId="14100"/>
        <pc:sldMkLst>
          <pc:docMk/>
          <pc:sldMk cId="2901037788" sldId="270"/>
        </pc:sldMkLst>
      </pc:sldChg>
      <pc:sldChg chg="modSp">
        <pc:chgData name="Hesse, Samuel" userId="S::shesse3627@floridapoly.edu::84d1c00b-855e-4a75-9e50-bb53dcc600b8" providerId="AD" clId="Web-{73119685-E2C3-FDE1-450B-8081060805DE}" dt="2025-04-02T16:48:30.126" v="45" actId="20577"/>
        <pc:sldMkLst>
          <pc:docMk/>
          <pc:sldMk cId="799245451" sldId="274"/>
        </pc:sldMkLst>
        <pc:spChg chg="mod">
          <ac:chgData name="Hesse, Samuel" userId="S::shesse3627@floridapoly.edu::84d1c00b-855e-4a75-9e50-bb53dcc600b8" providerId="AD" clId="Web-{73119685-E2C3-FDE1-450B-8081060805DE}" dt="2025-04-02T16:48:30.126" v="45" actId="20577"/>
          <ac:spMkLst>
            <pc:docMk/>
            <pc:sldMk cId="799245451" sldId="274"/>
            <ac:spMk id="5" creationId="{744FECEB-A965-543E-6D9B-7A9DFC63DA4A}"/>
          </ac:spMkLst>
        </pc:spChg>
      </pc:sldChg>
      <pc:sldChg chg="delSp modSp add ord replId">
        <pc:chgData name="Hesse, Samuel" userId="S::shesse3627@floridapoly.edu::84d1c00b-855e-4a75-9e50-bb53dcc600b8" providerId="AD" clId="Web-{73119685-E2C3-FDE1-450B-8081060805DE}" dt="2025-04-02T16:46:28.372" v="19"/>
        <pc:sldMkLst>
          <pc:docMk/>
          <pc:sldMk cId="1363686905" sldId="279"/>
        </pc:sldMkLst>
        <pc:picChg chg="mod">
          <ac:chgData name="Hesse, Samuel" userId="S::shesse3627@floridapoly.edu::84d1c00b-855e-4a75-9e50-bb53dcc600b8" providerId="AD" clId="Web-{73119685-E2C3-FDE1-450B-8081060805DE}" dt="2025-04-02T16:45:52.261" v="14" actId="1076"/>
          <ac:picMkLst>
            <pc:docMk/>
            <pc:sldMk cId="1363686905" sldId="279"/>
            <ac:picMk id="9" creationId="{9288278B-0AA0-7335-E42F-EEE4D5EF196B}"/>
          </ac:picMkLst>
        </pc:picChg>
        <pc:picChg chg="mod">
          <ac:chgData name="Hesse, Samuel" userId="S::shesse3627@floridapoly.edu::84d1c00b-855e-4a75-9e50-bb53dcc600b8" providerId="AD" clId="Web-{73119685-E2C3-FDE1-450B-8081060805DE}" dt="2025-04-02T16:46:00.464" v="15" actId="1076"/>
          <ac:picMkLst>
            <pc:docMk/>
            <pc:sldMk cId="1363686905" sldId="279"/>
            <ac:picMk id="11" creationId="{E24C2063-A3C4-6737-D44D-CCDD0E2DC5D3}"/>
          </ac:picMkLst>
        </pc:picChg>
      </pc:sldChg>
    </pc:docChg>
  </pc:docChgLst>
  <pc:docChgLst>
    <pc:chgData name="Marulis, Jackson" userId="ef2a45e3-8307-4cba-b252-da877099641a" providerId="ADAL" clId="{BFFB98ED-81D0-40B8-8D22-03A699D28A49}"/>
    <pc:docChg chg="modSld">
      <pc:chgData name="Marulis, Jackson" userId="ef2a45e3-8307-4cba-b252-da877099641a" providerId="ADAL" clId="{BFFB98ED-81D0-40B8-8D22-03A699D28A49}" dt="2025-03-26T16:19:54.290" v="2" actId="20577"/>
      <pc:docMkLst>
        <pc:docMk/>
      </pc:docMkLst>
      <pc:sldChg chg="modSp">
        <pc:chgData name="Marulis, Jackson" userId="ef2a45e3-8307-4cba-b252-da877099641a" providerId="ADAL" clId="{BFFB98ED-81D0-40B8-8D22-03A699D28A49}" dt="2025-03-26T16:19:54.290" v="2" actId="20577"/>
        <pc:sldMkLst>
          <pc:docMk/>
          <pc:sldMk cId="1825437390" sldId="273"/>
        </pc:sldMkLst>
        <pc:graphicFrameChg chg="mod">
          <ac:chgData name="Marulis, Jackson" userId="ef2a45e3-8307-4cba-b252-da877099641a" providerId="ADAL" clId="{BFFB98ED-81D0-40B8-8D22-03A699D28A49}" dt="2025-03-26T16:19:54.290" v="2" actId="20577"/>
          <ac:graphicFrameMkLst>
            <pc:docMk/>
            <pc:sldMk cId="1825437390" sldId="273"/>
            <ac:graphicFrameMk id="5" creationId="{AD937913-74EC-16DD-9EFB-8E18C070CAF4}"/>
          </ac:graphicFrameMkLst>
        </pc:graphicFrameChg>
      </pc:sldChg>
    </pc:docChg>
  </pc:docChgLst>
  <pc:docChgLst>
    <pc:chgData name="Jackson, Josiah" userId="S::jjackson3465@floridapoly.edu::7c216778-212d-46e2-9717-670eb8595fe4" providerId="AD" clId="Web-{289D70EE-B203-976D-4C05-261EC7C979AE}"/>
    <pc:docChg chg="addSld delSld modSld sldOrd">
      <pc:chgData name="Jackson, Josiah" userId="S::jjackson3465@floridapoly.edu::7c216778-212d-46e2-9717-670eb8595fe4" providerId="AD" clId="Web-{289D70EE-B203-976D-4C05-261EC7C979AE}" dt="2025-04-02T15:03:58.990" v="980"/>
      <pc:docMkLst>
        <pc:docMk/>
      </pc:docMkLst>
      <pc:sldChg chg="modNotes">
        <pc:chgData name="Jackson, Josiah" userId="S::jjackson3465@floridapoly.edu::7c216778-212d-46e2-9717-670eb8595fe4" providerId="AD" clId="Web-{289D70EE-B203-976D-4C05-261EC7C979AE}" dt="2025-04-02T14:26:39.678" v="857"/>
        <pc:sldMkLst>
          <pc:docMk/>
          <pc:sldMk cId="1433949439" sldId="260"/>
        </pc:sldMkLst>
      </pc:sldChg>
      <pc:sldChg chg="modNotes">
        <pc:chgData name="Jackson, Josiah" userId="S::jjackson3465@floridapoly.edu::7c216778-212d-46e2-9717-670eb8595fe4" providerId="AD" clId="Web-{289D70EE-B203-976D-4C05-261EC7C979AE}" dt="2025-04-02T14:29:04.090" v="967"/>
        <pc:sldMkLst>
          <pc:docMk/>
          <pc:sldMk cId="2179079293" sldId="262"/>
        </pc:sldMkLst>
      </pc:sldChg>
      <pc:sldChg chg="addSp delSp modSp">
        <pc:chgData name="Jackson, Josiah" userId="S::jjackson3465@floridapoly.edu::7c216778-212d-46e2-9717-670eb8595fe4" providerId="AD" clId="Web-{289D70EE-B203-976D-4C05-261EC7C979AE}" dt="2025-04-02T14:24:39.017" v="731" actId="20577"/>
        <pc:sldMkLst>
          <pc:docMk/>
          <pc:sldMk cId="825856741" sldId="263"/>
        </pc:sldMkLst>
        <pc:spChg chg="mod">
          <ac:chgData name="Jackson, Josiah" userId="S::jjackson3465@floridapoly.edu::7c216778-212d-46e2-9717-670eb8595fe4" providerId="AD" clId="Web-{289D70EE-B203-976D-4C05-261EC7C979AE}" dt="2025-04-02T14:17:07.952" v="685"/>
          <ac:spMkLst>
            <pc:docMk/>
            <pc:sldMk cId="825856741" sldId="263"/>
            <ac:spMk id="2" creationId="{B43D45EC-6FC6-666B-1810-6B708B2B11F0}"/>
          </ac:spMkLst>
        </pc:spChg>
        <pc:spChg chg="add del mod">
          <ac:chgData name="Jackson, Josiah" userId="S::jjackson3465@floridapoly.edu::7c216778-212d-46e2-9717-670eb8595fe4" providerId="AD" clId="Web-{289D70EE-B203-976D-4C05-261EC7C979AE}" dt="2025-04-02T14:24:39.017" v="731" actId="20577"/>
          <ac:spMkLst>
            <pc:docMk/>
            <pc:sldMk cId="825856741" sldId="263"/>
            <ac:spMk id="5" creationId="{9D05E413-B8A7-6D8F-AD07-36E4FEFAF7A6}"/>
          </ac:spMkLst>
        </pc:spChg>
        <pc:spChg chg="add">
          <ac:chgData name="Jackson, Josiah" userId="S::jjackson3465@floridapoly.edu::7c216778-212d-46e2-9717-670eb8595fe4" providerId="AD" clId="Web-{289D70EE-B203-976D-4C05-261EC7C979AE}" dt="2025-04-02T14:17:07.952" v="685"/>
          <ac:spMkLst>
            <pc:docMk/>
            <pc:sldMk cId="825856741" sldId="263"/>
            <ac:spMk id="22" creationId="{C0763A76-9F1C-4FC5-82B7-DD475DA461B2}"/>
          </ac:spMkLst>
        </pc:spChg>
        <pc:spChg chg="add">
          <ac:chgData name="Jackson, Josiah" userId="S::jjackson3465@floridapoly.edu::7c216778-212d-46e2-9717-670eb8595fe4" providerId="AD" clId="Web-{289D70EE-B203-976D-4C05-261EC7C979AE}" dt="2025-04-02T14:17:07.952" v="685"/>
          <ac:spMkLst>
            <pc:docMk/>
            <pc:sldMk cId="825856741" sldId="263"/>
            <ac:spMk id="24" creationId="{E81BF4F6-F2CF-4984-9D14-D6966D92F99F}"/>
          </ac:spMkLst>
        </pc:spChg>
        <pc:picChg chg="add">
          <ac:chgData name="Jackson, Josiah" userId="S::jjackson3465@floridapoly.edu::7c216778-212d-46e2-9717-670eb8595fe4" providerId="AD" clId="Web-{289D70EE-B203-976D-4C05-261EC7C979AE}" dt="2025-04-02T14:17:07.952" v="685"/>
          <ac:picMkLst>
            <pc:docMk/>
            <pc:sldMk cId="825856741" sldId="263"/>
            <ac:picMk id="20" creationId="{80E5743A-F346-BF6D-83FC-1BE3248421FC}"/>
          </ac:picMkLst>
        </pc:picChg>
      </pc:sldChg>
      <pc:sldChg chg="addSp delSp modSp ord">
        <pc:chgData name="Jackson, Josiah" userId="S::jjackson3465@floridapoly.edu::7c216778-212d-46e2-9717-670eb8595fe4" providerId="AD" clId="Web-{289D70EE-B203-976D-4C05-261EC7C979AE}" dt="2025-04-02T14:54:19.495" v="970" actId="1076"/>
        <pc:sldMkLst>
          <pc:docMk/>
          <pc:sldMk cId="2423233483" sldId="264"/>
        </pc:sldMkLst>
        <pc:spChg chg="mod">
          <ac:chgData name="Jackson, Josiah" userId="S::jjackson3465@floridapoly.edu::7c216778-212d-46e2-9717-670eb8595fe4" providerId="AD" clId="Web-{289D70EE-B203-976D-4C05-261EC7C979AE}" dt="2025-04-02T14:54:16.792" v="969" actId="1076"/>
          <ac:spMkLst>
            <pc:docMk/>
            <pc:sldMk cId="2423233483" sldId="264"/>
            <ac:spMk id="2" creationId="{C58089E0-226F-C481-DE80-8654DE083DD1}"/>
          </ac:spMkLst>
        </pc:spChg>
        <pc:spChg chg="add mod">
          <ac:chgData name="Jackson, Josiah" userId="S::jjackson3465@floridapoly.edu::7c216778-212d-46e2-9717-670eb8595fe4" providerId="AD" clId="Web-{289D70EE-B203-976D-4C05-261EC7C979AE}" dt="2025-04-02T14:54:19.495" v="970" actId="1076"/>
          <ac:spMkLst>
            <pc:docMk/>
            <pc:sldMk cId="2423233483" sldId="264"/>
            <ac:spMk id="3" creationId="{CA916344-EBC9-E213-605D-2E9CA811BB7F}"/>
          </ac:spMkLst>
        </pc:spChg>
        <pc:spChg chg="add">
          <ac:chgData name="Jackson, Josiah" userId="S::jjackson3465@floridapoly.edu::7c216778-212d-46e2-9717-670eb8595fe4" providerId="AD" clId="Web-{289D70EE-B203-976D-4C05-261EC7C979AE}" dt="2025-04-02T14:13:04.739" v="668"/>
          <ac:spMkLst>
            <pc:docMk/>
            <pc:sldMk cId="2423233483" sldId="264"/>
            <ac:spMk id="15" creationId="{9F7D5CDA-D291-4307-BF55-1381FED29634}"/>
          </ac:spMkLst>
        </pc:spChg>
        <pc:picChg chg="add">
          <ac:chgData name="Jackson, Josiah" userId="S::jjackson3465@floridapoly.edu::7c216778-212d-46e2-9717-670eb8595fe4" providerId="AD" clId="Web-{289D70EE-B203-976D-4C05-261EC7C979AE}" dt="2025-04-02T14:13:04.739" v="668"/>
          <ac:picMkLst>
            <pc:docMk/>
            <pc:sldMk cId="2423233483" sldId="264"/>
            <ac:picMk id="11" creationId="{A77D3B93-373A-5054-0B90-681071DC1606}"/>
          </ac:picMkLst>
        </pc:picChg>
      </pc:sldChg>
      <pc:sldChg chg="addSp delSp modSp modNotes">
        <pc:chgData name="Jackson, Josiah" userId="S::jjackson3465@floridapoly.edu::7c216778-212d-46e2-9717-670eb8595fe4" providerId="AD" clId="Web-{289D70EE-B203-976D-4C05-261EC7C979AE}" dt="2025-04-02T15:03:58.990" v="980"/>
        <pc:sldMkLst>
          <pc:docMk/>
          <pc:sldMk cId="799245451" sldId="274"/>
        </pc:sldMkLst>
        <pc:spChg chg="mod">
          <ac:chgData name="Jackson, Josiah" userId="S::jjackson3465@floridapoly.edu::7c216778-212d-46e2-9717-670eb8595fe4" providerId="AD" clId="Web-{289D70EE-B203-976D-4C05-261EC7C979AE}" dt="2025-04-02T13:59:00.923" v="609" actId="1076"/>
          <ac:spMkLst>
            <pc:docMk/>
            <pc:sldMk cId="799245451" sldId="274"/>
            <ac:spMk id="5" creationId="{744FECEB-A965-543E-6D9B-7A9DFC63DA4A}"/>
          </ac:spMkLst>
        </pc:spChg>
        <pc:picChg chg="add mod">
          <ac:chgData name="Jackson, Josiah" userId="S::jjackson3465@floridapoly.edu::7c216778-212d-46e2-9717-670eb8595fe4" providerId="AD" clId="Web-{289D70EE-B203-976D-4C05-261EC7C979AE}" dt="2025-04-02T13:47:06.160" v="268" actId="1076"/>
          <ac:picMkLst>
            <pc:docMk/>
            <pc:sldMk cId="799245451" sldId="274"/>
            <ac:picMk id="9" creationId="{CE3B1DD1-9B9D-D2A0-ED83-8D41A3CE0664}"/>
          </ac:picMkLst>
        </pc:picChg>
      </pc:sldChg>
      <pc:sldChg chg="ord">
        <pc:chgData name="Jackson, Josiah" userId="S::jjackson3465@floridapoly.edu::7c216778-212d-46e2-9717-670eb8595fe4" providerId="AD" clId="Web-{289D70EE-B203-976D-4C05-261EC7C979AE}" dt="2025-04-02T14:20:41.804" v="686"/>
        <pc:sldMkLst>
          <pc:docMk/>
          <pc:sldMk cId="2202006301" sldId="275"/>
        </pc:sldMkLst>
      </pc:sldChg>
      <pc:sldChg chg="addSp delSp modSp">
        <pc:chgData name="Jackson, Josiah" userId="S::jjackson3465@floridapoly.edu::7c216778-212d-46e2-9717-670eb8595fe4" providerId="AD" clId="Web-{289D70EE-B203-976D-4C05-261EC7C979AE}" dt="2025-04-02T14:53:49.853" v="968" actId="14100"/>
        <pc:sldMkLst>
          <pc:docMk/>
          <pc:sldMk cId="959960164" sldId="276"/>
        </pc:sldMkLst>
        <pc:spChg chg="mod">
          <ac:chgData name="Jackson, Josiah" userId="S::jjackson3465@floridapoly.edu::7c216778-212d-46e2-9717-670eb8595fe4" providerId="AD" clId="Web-{289D70EE-B203-976D-4C05-261EC7C979AE}" dt="2025-04-02T13:54:10.224" v="334" actId="20577"/>
          <ac:spMkLst>
            <pc:docMk/>
            <pc:sldMk cId="959960164" sldId="276"/>
            <ac:spMk id="2" creationId="{F140E05C-40FC-8748-DCC8-C400D4EAD704}"/>
          </ac:spMkLst>
        </pc:spChg>
      </pc:sldChg>
      <pc:sldChg chg="new del">
        <pc:chgData name="Jackson, Josiah" userId="S::jjackson3465@floridapoly.edu::7c216778-212d-46e2-9717-670eb8595fe4" providerId="AD" clId="Web-{289D70EE-B203-976D-4C05-261EC7C979AE}" dt="2025-04-02T13:53:44.786" v="307"/>
        <pc:sldMkLst>
          <pc:docMk/>
          <pc:sldMk cId="627189236" sldId="277"/>
        </pc:sldMkLst>
      </pc:sldChg>
      <pc:sldChg chg="addSp delSp modSp add replId">
        <pc:chgData name="Jackson, Josiah" userId="S::jjackson3465@floridapoly.edu::7c216778-212d-46e2-9717-670eb8595fe4" providerId="AD" clId="Web-{289D70EE-B203-976D-4C05-261EC7C979AE}" dt="2025-04-02T13:55:10.430" v="344" actId="14100"/>
        <pc:sldMkLst>
          <pc:docMk/>
          <pc:sldMk cId="934124461" sldId="277"/>
        </pc:sldMkLst>
        <pc:spChg chg="mod">
          <ac:chgData name="Jackson, Josiah" userId="S::jjackson3465@floridapoly.edu::7c216778-212d-46e2-9717-670eb8595fe4" providerId="AD" clId="Web-{289D70EE-B203-976D-4C05-261EC7C979AE}" dt="2025-04-02T13:53:58.677" v="321" actId="20577"/>
          <ac:spMkLst>
            <pc:docMk/>
            <pc:sldMk cId="934124461" sldId="277"/>
            <ac:spMk id="2" creationId="{0BC110E3-BD10-F5D3-0146-4B18F355B7B5}"/>
          </ac:spMkLst>
        </pc:spChg>
      </pc:sldChg>
    </pc:docChg>
  </pc:docChgLst>
  <pc:docChgLst>
    <pc:chgData name="Jackson, Josiah" userId="S::jjackson3465@floridapoly.edu::7c216778-212d-46e2-9717-670eb8595fe4" providerId="AD" clId="Web-{6BBC7E73-E4FE-9B63-7B55-242409822F3E}"/>
    <pc:docChg chg="modSld sldOrd">
      <pc:chgData name="Jackson, Josiah" userId="S::jjackson3465@floridapoly.edu::7c216778-212d-46e2-9717-670eb8595fe4" providerId="AD" clId="Web-{6BBC7E73-E4FE-9B63-7B55-242409822F3E}" dt="2025-04-16T16:33:27.650" v="28"/>
      <pc:docMkLst>
        <pc:docMk/>
      </pc:docMkLst>
      <pc:sldChg chg="modSp">
        <pc:chgData name="Jackson, Josiah" userId="S::jjackson3465@floridapoly.edu::7c216778-212d-46e2-9717-670eb8595fe4" providerId="AD" clId="Web-{6BBC7E73-E4FE-9B63-7B55-242409822F3E}" dt="2025-04-16T16:31:27.775" v="3" actId="1076"/>
        <pc:sldMkLst>
          <pc:docMk/>
          <pc:sldMk cId="1685761757" sldId="271"/>
        </pc:sldMkLst>
        <pc:spChg chg="mod">
          <ac:chgData name="Jackson, Josiah" userId="S::jjackson3465@floridapoly.edu::7c216778-212d-46e2-9717-670eb8595fe4" providerId="AD" clId="Web-{6BBC7E73-E4FE-9B63-7B55-242409822F3E}" dt="2025-04-16T16:31:27.775" v="3" actId="1076"/>
          <ac:spMkLst>
            <pc:docMk/>
            <pc:sldMk cId="1685761757" sldId="271"/>
            <ac:spMk id="5" creationId="{0307E310-B906-02C3-D10A-2ECA1ECFA1A0}"/>
          </ac:spMkLst>
        </pc:spChg>
      </pc:sldChg>
      <pc:sldChg chg="ord">
        <pc:chgData name="Jackson, Josiah" userId="S::jjackson3465@floridapoly.edu::7c216778-212d-46e2-9717-670eb8595fe4" providerId="AD" clId="Web-{6BBC7E73-E4FE-9B63-7B55-242409822F3E}" dt="2025-04-16T16:33:27.650" v="28"/>
        <pc:sldMkLst>
          <pc:docMk/>
          <pc:sldMk cId="1363686905" sldId="279"/>
        </pc:sldMkLst>
      </pc:sldChg>
      <pc:sldChg chg="modSp">
        <pc:chgData name="Jackson, Josiah" userId="S::jjackson3465@floridapoly.edu::7c216778-212d-46e2-9717-670eb8595fe4" providerId="AD" clId="Web-{6BBC7E73-E4FE-9B63-7B55-242409822F3E}" dt="2025-04-16T16:32:13.931" v="27" actId="20577"/>
        <pc:sldMkLst>
          <pc:docMk/>
          <pc:sldMk cId="3566842499" sldId="288"/>
        </pc:sldMkLst>
        <pc:spChg chg="mod">
          <ac:chgData name="Jackson, Josiah" userId="S::jjackson3465@floridapoly.edu::7c216778-212d-46e2-9717-670eb8595fe4" providerId="AD" clId="Web-{6BBC7E73-E4FE-9B63-7B55-242409822F3E}" dt="2025-04-16T16:32:13.931" v="27" actId="20577"/>
          <ac:spMkLst>
            <pc:docMk/>
            <pc:sldMk cId="3566842499" sldId="288"/>
            <ac:spMk id="7" creationId="{67CEFAA0-8F9C-3B1A-0C3A-B1EDAD79AD4A}"/>
          </ac:spMkLst>
        </pc:spChg>
        <pc:picChg chg="mod">
          <ac:chgData name="Jackson, Josiah" userId="S::jjackson3465@floridapoly.edu::7c216778-212d-46e2-9717-670eb8595fe4" providerId="AD" clId="Web-{6BBC7E73-E4FE-9B63-7B55-242409822F3E}" dt="2025-04-16T16:31:57.760" v="13" actId="1076"/>
          <ac:picMkLst>
            <pc:docMk/>
            <pc:sldMk cId="3566842499" sldId="288"/>
            <ac:picMk id="15" creationId="{0A7FEAEF-A029-B54D-E1B2-54DB4916E3E1}"/>
          </ac:picMkLst>
        </pc:picChg>
      </pc:sldChg>
    </pc:docChg>
  </pc:docChgLst>
  <pc:docChgLst>
    <pc:chgData name="Jackson, Josiah" userId="S::jjackson3465@floridapoly.edu::7c216778-212d-46e2-9717-670eb8595fe4" providerId="AD" clId="Web-{D5825A0E-9E44-1A93-8E7D-2989AA48B7B1}"/>
    <pc:docChg chg="delSld modSld sldOrd">
      <pc:chgData name="Jackson, Josiah" userId="S::jjackson3465@floridapoly.edu::7c216778-212d-46e2-9717-670eb8595fe4" providerId="AD" clId="Web-{D5825A0E-9E44-1A93-8E7D-2989AA48B7B1}" dt="2025-04-06T22:32:42.712" v="22" actId="20577"/>
      <pc:docMkLst>
        <pc:docMk/>
      </pc:docMkLst>
      <pc:sldChg chg="modSp">
        <pc:chgData name="Jackson, Josiah" userId="S::jjackson3465@floridapoly.edu::7c216778-212d-46e2-9717-670eb8595fe4" providerId="AD" clId="Web-{D5825A0E-9E44-1A93-8E7D-2989AA48B7B1}" dt="2025-04-06T22:32:42.712" v="22" actId="20577"/>
        <pc:sldMkLst>
          <pc:docMk/>
          <pc:sldMk cId="2179079293" sldId="262"/>
        </pc:sldMkLst>
        <pc:spChg chg="mod">
          <ac:chgData name="Jackson, Josiah" userId="S::jjackson3465@floridapoly.edu::7c216778-212d-46e2-9717-670eb8595fe4" providerId="AD" clId="Web-{D5825A0E-9E44-1A93-8E7D-2989AA48B7B1}" dt="2025-04-06T22:32:42.712" v="22" actId="20577"/>
          <ac:spMkLst>
            <pc:docMk/>
            <pc:sldMk cId="2179079293" sldId="262"/>
            <ac:spMk id="4" creationId="{AC2DECAF-E79E-32FC-9CE4-AEA604DF12EE}"/>
          </ac:spMkLst>
        </pc:spChg>
      </pc:sldChg>
      <pc:sldChg chg="ord">
        <pc:chgData name="Jackson, Josiah" userId="S::jjackson3465@floridapoly.edu::7c216778-212d-46e2-9717-670eb8595fe4" providerId="AD" clId="Web-{D5825A0E-9E44-1A93-8E7D-2989AA48B7B1}" dt="2025-04-06T22:31:34.459" v="17"/>
        <pc:sldMkLst>
          <pc:docMk/>
          <pc:sldMk cId="1162814394" sldId="267"/>
        </pc:sldMkLst>
      </pc:sldChg>
      <pc:sldChg chg="modSp del">
        <pc:chgData name="Jackson, Josiah" userId="S::jjackson3465@floridapoly.edu::7c216778-212d-46e2-9717-670eb8595fe4" providerId="AD" clId="Web-{D5825A0E-9E44-1A93-8E7D-2989AA48B7B1}" dt="2025-04-06T22:30:32.254" v="14"/>
        <pc:sldMkLst>
          <pc:docMk/>
          <pc:sldMk cId="2901037788" sldId="270"/>
        </pc:sldMkLst>
      </pc:sldChg>
      <pc:sldChg chg="modSp">
        <pc:chgData name="Jackson, Josiah" userId="S::jjackson3465@floridapoly.edu::7c216778-212d-46e2-9717-670eb8595fe4" providerId="AD" clId="Web-{D5825A0E-9E44-1A93-8E7D-2989AA48B7B1}" dt="2025-04-06T22:30:26.347" v="13" actId="20577"/>
        <pc:sldMkLst>
          <pc:docMk/>
          <pc:sldMk cId="1685761757" sldId="271"/>
        </pc:sldMkLst>
        <pc:spChg chg="mod">
          <ac:chgData name="Jackson, Josiah" userId="S::jjackson3465@floridapoly.edu::7c216778-212d-46e2-9717-670eb8595fe4" providerId="AD" clId="Web-{D5825A0E-9E44-1A93-8E7D-2989AA48B7B1}" dt="2025-04-06T22:30:26.347" v="13" actId="20577"/>
          <ac:spMkLst>
            <pc:docMk/>
            <pc:sldMk cId="1685761757" sldId="271"/>
            <ac:spMk id="5" creationId="{0307E310-B906-02C3-D10A-2ECA1ECFA1A0}"/>
          </ac:spMkLst>
        </pc:spChg>
      </pc:sldChg>
      <pc:sldChg chg="ord">
        <pc:chgData name="Jackson, Josiah" userId="S::jjackson3465@floridapoly.edu::7c216778-212d-46e2-9717-670eb8595fe4" providerId="AD" clId="Web-{D5825A0E-9E44-1A93-8E7D-2989AA48B7B1}" dt="2025-04-06T22:31:31.396" v="16"/>
        <pc:sldMkLst>
          <pc:docMk/>
          <pc:sldMk cId="2202006301" sldId="275"/>
        </pc:sldMkLst>
      </pc:sldChg>
      <pc:sldChg chg="ord">
        <pc:chgData name="Jackson, Josiah" userId="S::jjackson3465@floridapoly.edu::7c216778-212d-46e2-9717-670eb8595fe4" providerId="AD" clId="Web-{D5825A0E-9E44-1A93-8E7D-2989AA48B7B1}" dt="2025-04-06T22:31:24.474" v="15"/>
        <pc:sldMkLst>
          <pc:docMk/>
          <pc:sldMk cId="3898229044" sldId="278"/>
        </pc:sldMkLst>
      </pc:sldChg>
    </pc:docChg>
  </pc:docChgLst>
  <pc:docChgLst>
    <pc:chgData name="Hesse, Samuel" userId="S::shesse3627@floridapoly.edu::84d1c00b-855e-4a75-9e50-bb53dcc600b8" providerId="AD" clId="Web-{73CE8E14-4790-84EC-2B56-B5307EDBA796}"/>
    <pc:docChg chg="addSld modSld">
      <pc:chgData name="Hesse, Samuel" userId="S::shesse3627@floridapoly.edu::84d1c00b-855e-4a75-9e50-bb53dcc600b8" providerId="AD" clId="Web-{73CE8E14-4790-84EC-2B56-B5307EDBA796}" dt="2025-03-24T16:25:55.017" v="53" actId="20577"/>
      <pc:docMkLst>
        <pc:docMk/>
      </pc:docMkLst>
      <pc:sldChg chg="modSp">
        <pc:chgData name="Hesse, Samuel" userId="S::shesse3627@floridapoly.edu::84d1c00b-855e-4a75-9e50-bb53dcc600b8" providerId="AD" clId="Web-{73CE8E14-4790-84EC-2B56-B5307EDBA796}" dt="2025-03-24T16:24:27.205" v="19" actId="20577"/>
        <pc:sldMkLst>
          <pc:docMk/>
          <pc:sldMk cId="109857222" sldId="256"/>
        </pc:sldMkLst>
      </pc:sldChg>
      <pc:sldChg chg="modSp new">
        <pc:chgData name="Hesse, Samuel" userId="S::shesse3627@floridapoly.edu::84d1c00b-855e-4a75-9e50-bb53dcc600b8" providerId="AD" clId="Web-{73CE8E14-4790-84EC-2B56-B5307EDBA796}" dt="2025-03-24T16:25:55.017" v="53" actId="20577"/>
        <pc:sldMkLst>
          <pc:docMk/>
          <pc:sldMk cId="72773000" sldId="257"/>
        </pc:sldMkLst>
      </pc:sldChg>
    </pc:docChg>
  </pc:docChgLst>
  <pc:docChgLst>
    <pc:chgData name="Hesse, Samuel" userId="S::shesse3627@floridapoly.edu::84d1c00b-855e-4a75-9e50-bb53dcc600b8" providerId="AD" clId="Web-{DCCB3D63-489D-4B0A-E4C0-D8185CC8BD30}"/>
    <pc:docChg chg="addSld delSld modSld sldOrd addMainMaster delMainMaster">
      <pc:chgData name="Hesse, Samuel" userId="S::shesse3627@floridapoly.edu::84d1c00b-855e-4a75-9e50-bb53dcc600b8" providerId="AD" clId="Web-{DCCB3D63-489D-4B0A-E4C0-D8185CC8BD30}" dt="2025-04-16T16:32:24.118" v="703" actId="20577"/>
      <pc:docMkLst>
        <pc:docMk/>
      </pc:docMkLst>
      <pc:sldChg chg="addSp delSp modSp mod modClrScheme delDesignElem chgLayout">
        <pc:chgData name="Hesse, Samuel" userId="S::shesse3627@floridapoly.edu::84d1c00b-855e-4a75-9e50-bb53dcc600b8" providerId="AD" clId="Web-{DCCB3D63-489D-4B0A-E4C0-D8185CC8BD30}" dt="2025-04-16T16:18:07.334" v="650"/>
        <pc:sldMkLst>
          <pc:docMk/>
          <pc:sldMk cId="686431365" sldId="258"/>
        </pc:sldMkLst>
        <pc:spChg chg="mod ord">
          <ac:chgData name="Hesse, Samuel" userId="S::shesse3627@floridapoly.edu::84d1c00b-855e-4a75-9e50-bb53dcc600b8" providerId="AD" clId="Web-{DCCB3D63-489D-4B0A-E4C0-D8185CC8BD30}" dt="2025-04-16T16:18:07.334" v="650"/>
          <ac:spMkLst>
            <pc:docMk/>
            <pc:sldMk cId="686431365" sldId="258"/>
            <ac:spMk id="2" creationId="{BE1C4920-8969-EE7E-BE07-049E14A0031E}"/>
          </ac:spMkLst>
        </pc:spChg>
        <pc:spChg chg="mod ord">
          <ac:chgData name="Hesse, Samuel" userId="S::shesse3627@floridapoly.edu::84d1c00b-855e-4a75-9e50-bb53dcc600b8" providerId="AD" clId="Web-{DCCB3D63-489D-4B0A-E4C0-D8185CC8BD30}" dt="2025-04-16T16:18:07.334" v="650"/>
          <ac:spMkLst>
            <pc:docMk/>
            <pc:sldMk cId="686431365" sldId="258"/>
            <ac:spMk id="3" creationId="{528E0B8E-C1E0-9BB9-B848-C3EEEDF7203B}"/>
          </ac:spMkLst>
        </pc:spChg>
        <pc:spChg chg="add del">
          <ac:chgData name="Hesse, Samuel" userId="S::shesse3627@floridapoly.edu::84d1c00b-855e-4a75-9e50-bb53dcc600b8" providerId="AD" clId="Web-{DCCB3D63-489D-4B0A-E4C0-D8185CC8BD30}" dt="2025-04-16T16:18:07.334" v="650"/>
          <ac:spMkLst>
            <pc:docMk/>
            <pc:sldMk cId="686431365" sldId="258"/>
            <ac:spMk id="8" creationId="{1B15ED52-F352-441B-82BF-E0EA34836D08}"/>
          </ac:spMkLst>
        </pc:spChg>
        <pc:spChg chg="add del">
          <ac:chgData name="Hesse, Samuel" userId="S::shesse3627@floridapoly.edu::84d1c00b-855e-4a75-9e50-bb53dcc600b8" providerId="AD" clId="Web-{DCCB3D63-489D-4B0A-E4C0-D8185CC8BD30}" dt="2025-04-16T16:18:07.334" v="650"/>
          <ac:spMkLst>
            <pc:docMk/>
            <pc:sldMk cId="686431365" sldId="258"/>
            <ac:spMk id="10" creationId="{3B2E3793-BFE6-45A2-9B7B-E18844431C99}"/>
          </ac:spMkLst>
        </pc:spChg>
        <pc:spChg chg="add del">
          <ac:chgData name="Hesse, Samuel" userId="S::shesse3627@floridapoly.edu::84d1c00b-855e-4a75-9e50-bb53dcc600b8" providerId="AD" clId="Web-{DCCB3D63-489D-4B0A-E4C0-D8185CC8BD30}" dt="2025-04-16T16:18:07.334" v="650"/>
          <ac:spMkLst>
            <pc:docMk/>
            <pc:sldMk cId="686431365" sldId="258"/>
            <ac:spMk id="12" creationId="{BC4C4868-CB8F-4AF9-9CDB-8108F2C19B67}"/>
          </ac:spMkLst>
        </pc:spChg>
        <pc:spChg chg="add del">
          <ac:chgData name="Hesse, Samuel" userId="S::shesse3627@floridapoly.edu::84d1c00b-855e-4a75-9e50-bb53dcc600b8" providerId="AD" clId="Web-{DCCB3D63-489D-4B0A-E4C0-D8185CC8BD30}" dt="2025-04-16T16:18:07.334" v="650"/>
          <ac:spMkLst>
            <pc:docMk/>
            <pc:sldMk cId="686431365" sldId="258"/>
            <ac:spMk id="14" creationId="{375E0459-6403-40CD-989D-56A4407CA12E}"/>
          </ac:spMkLst>
        </pc:spChg>
        <pc:spChg chg="add del">
          <ac:chgData name="Hesse, Samuel" userId="S::shesse3627@floridapoly.edu::84d1c00b-855e-4a75-9e50-bb53dcc600b8" providerId="AD" clId="Web-{DCCB3D63-489D-4B0A-E4C0-D8185CC8BD30}" dt="2025-04-16T16:18:07.334" v="650"/>
          <ac:spMkLst>
            <pc:docMk/>
            <pc:sldMk cId="686431365" sldId="258"/>
            <ac:spMk id="16" creationId="{53E5B1A8-3AC9-4BD1-9BBC-78CA94F2D1BA}"/>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3583200531" sldId="259"/>
        </pc:sldMkLst>
        <pc:spChg chg="mod ord">
          <ac:chgData name="Hesse, Samuel" userId="S::shesse3627@floridapoly.edu::84d1c00b-855e-4a75-9e50-bb53dcc600b8" providerId="AD" clId="Web-{DCCB3D63-489D-4B0A-E4C0-D8185CC8BD30}" dt="2025-04-16T16:18:07.334" v="650"/>
          <ac:spMkLst>
            <pc:docMk/>
            <pc:sldMk cId="3583200531" sldId="259"/>
            <ac:spMk id="2" creationId="{FD116808-A2A7-3936-44AB-A6557F80142B}"/>
          </ac:spMkLst>
        </pc:spChg>
        <pc:spChg chg="add del">
          <ac:chgData name="Hesse, Samuel" userId="S::shesse3627@floridapoly.edu::84d1c00b-855e-4a75-9e50-bb53dcc600b8" providerId="AD" clId="Web-{DCCB3D63-489D-4B0A-E4C0-D8185CC8BD30}" dt="2025-04-16T16:18:07.334" v="650"/>
          <ac:spMkLst>
            <pc:docMk/>
            <pc:sldMk cId="3583200531" sldId="259"/>
            <ac:spMk id="22" creationId="{BACC6370-2D7E-4714-9D71-7542949D7D5D}"/>
          </ac:spMkLst>
        </pc:spChg>
        <pc:spChg chg="add del">
          <ac:chgData name="Hesse, Samuel" userId="S::shesse3627@floridapoly.edu::84d1c00b-855e-4a75-9e50-bb53dcc600b8" providerId="AD" clId="Web-{DCCB3D63-489D-4B0A-E4C0-D8185CC8BD30}" dt="2025-04-16T16:18:07.334" v="650"/>
          <ac:spMkLst>
            <pc:docMk/>
            <pc:sldMk cId="3583200531" sldId="259"/>
            <ac:spMk id="24" creationId="{F68B3F68-107C-434F-AA38-110D5EA91B85}"/>
          </ac:spMkLst>
        </pc:spChg>
        <pc:spChg chg="add del">
          <ac:chgData name="Hesse, Samuel" userId="S::shesse3627@floridapoly.edu::84d1c00b-855e-4a75-9e50-bb53dcc600b8" providerId="AD" clId="Web-{DCCB3D63-489D-4B0A-E4C0-D8185CC8BD30}" dt="2025-04-16T16:18:07.334" v="650"/>
          <ac:spMkLst>
            <pc:docMk/>
            <pc:sldMk cId="3583200531" sldId="259"/>
            <ac:spMk id="26" creationId="{AAD0DBB9-1A4B-4391-81D4-CB19F9AB918A}"/>
          </ac:spMkLst>
        </pc:spChg>
        <pc:spChg chg="add del">
          <ac:chgData name="Hesse, Samuel" userId="S::shesse3627@floridapoly.edu::84d1c00b-855e-4a75-9e50-bb53dcc600b8" providerId="AD" clId="Web-{DCCB3D63-489D-4B0A-E4C0-D8185CC8BD30}" dt="2025-04-16T16:18:07.334" v="650"/>
          <ac:spMkLst>
            <pc:docMk/>
            <pc:sldMk cId="3583200531" sldId="259"/>
            <ac:spMk id="28" creationId="{063BBA22-50EA-4C4D-BE05-F1CE4E63AA56}"/>
          </ac:spMkLst>
        </pc:spChg>
        <pc:graphicFrameChg chg="mod ord">
          <ac:chgData name="Hesse, Samuel" userId="S::shesse3627@floridapoly.edu::84d1c00b-855e-4a75-9e50-bb53dcc600b8" providerId="AD" clId="Web-{DCCB3D63-489D-4B0A-E4C0-D8185CC8BD30}" dt="2025-04-16T16:18:07.334" v="650"/>
          <ac:graphicFrameMkLst>
            <pc:docMk/>
            <pc:sldMk cId="3583200531" sldId="259"/>
            <ac:graphicFrameMk id="17" creationId="{D5A76EF4-CD9A-BC49-1E62-23B16A1202FB}"/>
          </ac:graphicFrameMkLst>
        </pc:graphicFrameChg>
      </pc:sldChg>
      <pc:sldChg chg="addSp delSp modSp del mod modClrScheme delDesignElem chgLayout">
        <pc:chgData name="Hesse, Samuel" userId="S::shesse3627@floridapoly.edu::84d1c00b-855e-4a75-9e50-bb53dcc600b8" providerId="AD" clId="Web-{DCCB3D63-489D-4B0A-E4C0-D8185CC8BD30}" dt="2025-04-16T16:24:13.804" v="665"/>
        <pc:sldMkLst>
          <pc:docMk/>
          <pc:sldMk cId="1433949439" sldId="260"/>
        </pc:sldMkLst>
        <pc:spChg chg="mod ord">
          <ac:chgData name="Hesse, Samuel" userId="S::shesse3627@floridapoly.edu::84d1c00b-855e-4a75-9e50-bb53dcc600b8" providerId="AD" clId="Web-{DCCB3D63-489D-4B0A-E4C0-D8185CC8BD30}" dt="2025-04-16T16:18:07.334" v="650"/>
          <ac:spMkLst>
            <pc:docMk/>
            <pc:sldMk cId="1433949439" sldId="260"/>
            <ac:spMk id="2" creationId="{F1898BA9-9930-62BB-5E1F-19B736DCFD65}"/>
          </ac:spMkLst>
        </pc:spChg>
        <pc:spChg chg="mod">
          <ac:chgData name="Hesse, Samuel" userId="S::shesse3627@floridapoly.edu::84d1c00b-855e-4a75-9e50-bb53dcc600b8" providerId="AD" clId="Web-{DCCB3D63-489D-4B0A-E4C0-D8185CC8BD30}" dt="2025-04-16T16:24:10.819" v="664" actId="1076"/>
          <ac:spMkLst>
            <pc:docMk/>
            <pc:sldMk cId="1433949439" sldId="260"/>
            <ac:spMk id="4" creationId="{2E7B76A5-E570-C6E1-04D9-B8D937887944}"/>
          </ac:spMkLst>
        </pc:spChg>
        <pc:spChg chg="add del">
          <ac:chgData name="Hesse, Samuel" userId="S::shesse3627@floridapoly.edu::84d1c00b-855e-4a75-9e50-bb53dcc600b8" providerId="AD" clId="Web-{DCCB3D63-489D-4B0A-E4C0-D8185CC8BD30}" dt="2025-04-16T16:18:07.334" v="650"/>
          <ac:spMkLst>
            <pc:docMk/>
            <pc:sldMk cId="1433949439" sldId="260"/>
            <ac:spMk id="16" creationId="{B712E947-0734-45F9-9C4F-41114EC3A33E}"/>
          </ac:spMkLst>
        </pc:spChg>
        <pc:grpChg chg="add del">
          <ac:chgData name="Hesse, Samuel" userId="S::shesse3627@floridapoly.edu::84d1c00b-855e-4a75-9e50-bb53dcc600b8" providerId="AD" clId="Web-{DCCB3D63-489D-4B0A-E4C0-D8185CC8BD30}" dt="2025-04-16T16:18:07.334" v="650"/>
          <ac:grpSpMkLst>
            <pc:docMk/>
            <pc:sldMk cId="1433949439" sldId="260"/>
            <ac:grpSpMk id="18" creationId="{12B3290A-D3BF-4B87-B55B-FD9A98B49727}"/>
          </ac:grpSpMkLst>
        </pc:grpChg>
        <pc:picChg chg="del">
          <ac:chgData name="Hesse, Samuel" userId="S::shesse3627@floridapoly.edu::84d1c00b-855e-4a75-9e50-bb53dcc600b8" providerId="AD" clId="Web-{DCCB3D63-489D-4B0A-E4C0-D8185CC8BD30}" dt="2025-04-16T16:22:45.663" v="656"/>
          <ac:picMkLst>
            <pc:docMk/>
            <pc:sldMk cId="1433949439" sldId="260"/>
            <ac:picMk id="12" creationId="{0F16A57B-AF31-8F21-E7ED-93B20BE257A0}"/>
          </ac:picMkLst>
        </pc:pic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1696651293" sldId="261"/>
        </pc:sldMkLst>
        <pc:spChg chg="mod ord">
          <ac:chgData name="Hesse, Samuel" userId="S::shesse3627@floridapoly.edu::84d1c00b-855e-4a75-9e50-bb53dcc600b8" providerId="AD" clId="Web-{DCCB3D63-489D-4B0A-E4C0-D8185CC8BD30}" dt="2025-04-16T16:18:07.334" v="650"/>
          <ac:spMkLst>
            <pc:docMk/>
            <pc:sldMk cId="1696651293" sldId="261"/>
            <ac:spMk id="2" creationId="{95FAF4D8-267D-00E0-A53F-1C04301620D6}"/>
          </ac:spMkLst>
        </pc:spChg>
        <pc:spChg chg="add del">
          <ac:chgData name="Hesse, Samuel" userId="S::shesse3627@floridapoly.edu::84d1c00b-855e-4a75-9e50-bb53dcc600b8" providerId="AD" clId="Web-{DCCB3D63-489D-4B0A-E4C0-D8185CC8BD30}" dt="2025-04-16T16:18:07.334" v="650"/>
          <ac:spMkLst>
            <pc:docMk/>
            <pc:sldMk cId="1696651293" sldId="261"/>
            <ac:spMk id="32" creationId="{A8384FB5-9ADC-4DDC-881B-597D56F5B15D}"/>
          </ac:spMkLst>
        </pc:spChg>
        <pc:spChg chg="add del">
          <ac:chgData name="Hesse, Samuel" userId="S::shesse3627@floridapoly.edu::84d1c00b-855e-4a75-9e50-bb53dcc600b8" providerId="AD" clId="Web-{DCCB3D63-489D-4B0A-E4C0-D8185CC8BD30}" dt="2025-04-16T16:18:07.334" v="650"/>
          <ac:spMkLst>
            <pc:docMk/>
            <pc:sldMk cId="1696651293" sldId="261"/>
            <ac:spMk id="34" creationId="{1199E1B1-A8C0-4FE8-A5A8-1CB41D69F857}"/>
          </ac:spMkLst>
        </pc:spChg>
        <pc:spChg chg="add del">
          <ac:chgData name="Hesse, Samuel" userId="S::shesse3627@floridapoly.edu::84d1c00b-855e-4a75-9e50-bb53dcc600b8" providerId="AD" clId="Web-{DCCB3D63-489D-4B0A-E4C0-D8185CC8BD30}" dt="2025-04-16T16:18:07.334" v="650"/>
          <ac:spMkLst>
            <pc:docMk/>
            <pc:sldMk cId="1696651293" sldId="261"/>
            <ac:spMk id="36" creationId="{84A8DE83-DE75-4B41-9DB4-A7EC0B0DEC0B}"/>
          </ac:spMkLst>
        </pc:spChg>
        <pc:spChg chg="add del">
          <ac:chgData name="Hesse, Samuel" userId="S::shesse3627@floridapoly.edu::84d1c00b-855e-4a75-9e50-bb53dcc600b8" providerId="AD" clId="Web-{DCCB3D63-489D-4B0A-E4C0-D8185CC8BD30}" dt="2025-04-16T16:18:07.334" v="650"/>
          <ac:spMkLst>
            <pc:docMk/>
            <pc:sldMk cId="1696651293" sldId="261"/>
            <ac:spMk id="38" creationId="{A7009A0A-BEF5-4EAC-AF15-E4F9F002E239}"/>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2179079293" sldId="262"/>
        </pc:sldMkLst>
        <pc:spChg chg="mod ord">
          <ac:chgData name="Hesse, Samuel" userId="S::shesse3627@floridapoly.edu::84d1c00b-855e-4a75-9e50-bb53dcc600b8" providerId="AD" clId="Web-{DCCB3D63-489D-4B0A-E4C0-D8185CC8BD30}" dt="2025-04-16T16:18:07.334" v="650"/>
          <ac:spMkLst>
            <pc:docMk/>
            <pc:sldMk cId="2179079293" sldId="262"/>
            <ac:spMk id="2" creationId="{B38FEC34-0E86-3C49-D8C4-9A4EBC0B4A11}"/>
          </ac:spMkLst>
        </pc:spChg>
        <pc:spChg chg="add del">
          <ac:chgData name="Hesse, Samuel" userId="S::shesse3627@floridapoly.edu::84d1c00b-855e-4a75-9e50-bb53dcc600b8" providerId="AD" clId="Web-{DCCB3D63-489D-4B0A-E4C0-D8185CC8BD30}" dt="2025-04-16T16:18:07.334" v="650"/>
          <ac:spMkLst>
            <pc:docMk/>
            <pc:sldMk cId="2179079293" sldId="262"/>
            <ac:spMk id="9" creationId="{A8384FB5-9ADC-4DDC-881B-597D56F5B15D}"/>
          </ac:spMkLst>
        </pc:spChg>
        <pc:spChg chg="add del">
          <ac:chgData name="Hesse, Samuel" userId="S::shesse3627@floridapoly.edu::84d1c00b-855e-4a75-9e50-bb53dcc600b8" providerId="AD" clId="Web-{DCCB3D63-489D-4B0A-E4C0-D8185CC8BD30}" dt="2025-04-16T16:18:07.334" v="650"/>
          <ac:spMkLst>
            <pc:docMk/>
            <pc:sldMk cId="2179079293" sldId="262"/>
            <ac:spMk id="11" creationId="{1199E1B1-A8C0-4FE8-A5A8-1CB41D69F857}"/>
          </ac:spMkLst>
        </pc:spChg>
        <pc:spChg chg="add del">
          <ac:chgData name="Hesse, Samuel" userId="S::shesse3627@floridapoly.edu::84d1c00b-855e-4a75-9e50-bb53dcc600b8" providerId="AD" clId="Web-{DCCB3D63-489D-4B0A-E4C0-D8185CC8BD30}" dt="2025-04-16T16:18:07.334" v="650"/>
          <ac:spMkLst>
            <pc:docMk/>
            <pc:sldMk cId="2179079293" sldId="262"/>
            <ac:spMk id="13" creationId="{84A8DE83-DE75-4B41-9DB4-A7EC0B0DEC0B}"/>
          </ac:spMkLst>
        </pc:spChg>
        <pc:spChg chg="add del">
          <ac:chgData name="Hesse, Samuel" userId="S::shesse3627@floridapoly.edu::84d1c00b-855e-4a75-9e50-bb53dcc600b8" providerId="AD" clId="Web-{DCCB3D63-489D-4B0A-E4C0-D8185CC8BD30}" dt="2025-04-16T16:18:07.334" v="650"/>
          <ac:spMkLst>
            <pc:docMk/>
            <pc:sldMk cId="2179079293" sldId="262"/>
            <ac:spMk id="15" creationId="{A7009A0A-BEF5-4EAC-AF15-E4F9F002E239}"/>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825856741" sldId="263"/>
        </pc:sldMkLst>
        <pc:spChg chg="mod ord">
          <ac:chgData name="Hesse, Samuel" userId="S::shesse3627@floridapoly.edu::84d1c00b-855e-4a75-9e50-bb53dcc600b8" providerId="AD" clId="Web-{DCCB3D63-489D-4B0A-E4C0-D8185CC8BD30}" dt="2025-04-16T16:18:07.334" v="650"/>
          <ac:spMkLst>
            <pc:docMk/>
            <pc:sldMk cId="825856741" sldId="263"/>
            <ac:spMk id="2" creationId="{B43D45EC-6FC6-666B-1810-6B708B2B11F0}"/>
          </ac:spMkLst>
        </pc:spChg>
        <pc:spChg chg="add del">
          <ac:chgData name="Hesse, Samuel" userId="S::shesse3627@floridapoly.edu::84d1c00b-855e-4a75-9e50-bb53dcc600b8" providerId="AD" clId="Web-{DCCB3D63-489D-4B0A-E4C0-D8185CC8BD30}" dt="2025-04-16T16:18:07.334" v="650"/>
          <ac:spMkLst>
            <pc:docMk/>
            <pc:sldMk cId="825856741" sldId="263"/>
            <ac:spMk id="22" creationId="{C0763A76-9F1C-4FC5-82B7-DD475DA461B2}"/>
          </ac:spMkLst>
        </pc:spChg>
        <pc:spChg chg="add del">
          <ac:chgData name="Hesse, Samuel" userId="S::shesse3627@floridapoly.edu::84d1c00b-855e-4a75-9e50-bb53dcc600b8" providerId="AD" clId="Web-{DCCB3D63-489D-4B0A-E4C0-D8185CC8BD30}" dt="2025-04-16T16:18:07.334" v="650"/>
          <ac:spMkLst>
            <pc:docMk/>
            <pc:sldMk cId="825856741" sldId="263"/>
            <ac:spMk id="24" creationId="{E81BF4F6-F2CF-4984-9D14-D6966D92F99F}"/>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2423233483" sldId="264"/>
        </pc:sldMkLst>
        <pc:spChg chg="mod ord">
          <ac:chgData name="Hesse, Samuel" userId="S::shesse3627@floridapoly.edu::84d1c00b-855e-4a75-9e50-bb53dcc600b8" providerId="AD" clId="Web-{DCCB3D63-489D-4B0A-E4C0-D8185CC8BD30}" dt="2025-04-16T16:18:07.334" v="650"/>
          <ac:spMkLst>
            <pc:docMk/>
            <pc:sldMk cId="2423233483" sldId="264"/>
            <ac:spMk id="2" creationId="{C58089E0-226F-C481-DE80-8654DE083DD1}"/>
          </ac:spMkLst>
        </pc:spChg>
        <pc:spChg chg="add del">
          <ac:chgData name="Hesse, Samuel" userId="S::shesse3627@floridapoly.edu::84d1c00b-855e-4a75-9e50-bb53dcc600b8" providerId="AD" clId="Web-{DCCB3D63-489D-4B0A-E4C0-D8185CC8BD30}" dt="2025-04-16T16:18:07.334" v="650"/>
          <ac:spMkLst>
            <pc:docMk/>
            <pc:sldMk cId="2423233483" sldId="264"/>
            <ac:spMk id="15" creationId="{9F7D5CDA-D291-4307-BF55-1381FED29634}"/>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3293237254" sldId="265"/>
        </pc:sldMkLst>
        <pc:spChg chg="mod ord">
          <ac:chgData name="Hesse, Samuel" userId="S::shesse3627@floridapoly.edu::84d1c00b-855e-4a75-9e50-bb53dcc600b8" providerId="AD" clId="Web-{DCCB3D63-489D-4B0A-E4C0-D8185CC8BD30}" dt="2025-04-16T16:18:07.334" v="650"/>
          <ac:spMkLst>
            <pc:docMk/>
            <pc:sldMk cId="3293237254" sldId="265"/>
            <ac:spMk id="2" creationId="{EC817254-AC2D-23E2-8757-F12FEC56C8CA}"/>
          </ac:spMkLst>
        </pc:spChg>
        <pc:spChg chg="add del">
          <ac:chgData name="Hesse, Samuel" userId="S::shesse3627@floridapoly.edu::84d1c00b-855e-4a75-9e50-bb53dcc600b8" providerId="AD" clId="Web-{DCCB3D63-489D-4B0A-E4C0-D8185CC8BD30}" dt="2025-04-16T16:18:07.334" v="650"/>
          <ac:spMkLst>
            <pc:docMk/>
            <pc:sldMk cId="3293237254" sldId="265"/>
            <ac:spMk id="40" creationId="{71B2258F-86CA-4D4D-8270-BC05FCDEBFB3}"/>
          </ac:spMkLst>
        </pc:spChg>
      </pc:sldChg>
      <pc:sldChg chg="modSp mod modClrScheme chgLayout">
        <pc:chgData name="Hesse, Samuel" userId="S::shesse3627@floridapoly.edu::84d1c00b-855e-4a75-9e50-bb53dcc600b8" providerId="AD" clId="Web-{DCCB3D63-489D-4B0A-E4C0-D8185CC8BD30}" dt="2025-04-16T16:18:07.334" v="650"/>
        <pc:sldMkLst>
          <pc:docMk/>
          <pc:sldMk cId="727186785" sldId="266"/>
        </pc:sldMkLst>
        <pc:spChg chg="mod ord">
          <ac:chgData name="Hesse, Samuel" userId="S::shesse3627@floridapoly.edu::84d1c00b-855e-4a75-9e50-bb53dcc600b8" providerId="AD" clId="Web-{DCCB3D63-489D-4B0A-E4C0-D8185CC8BD30}" dt="2025-04-16T16:18:07.334" v="650"/>
          <ac:spMkLst>
            <pc:docMk/>
            <pc:sldMk cId="727186785" sldId="266"/>
            <ac:spMk id="2" creationId="{00000000-0000-0000-0000-000000000000}"/>
          </ac:spMkLst>
        </pc:spChg>
        <pc:spChg chg="mod ord">
          <ac:chgData name="Hesse, Samuel" userId="S::shesse3627@floridapoly.edu::84d1c00b-855e-4a75-9e50-bb53dcc600b8" providerId="AD" clId="Web-{DCCB3D63-489D-4B0A-E4C0-D8185CC8BD30}" dt="2025-04-16T16:18:07.334" v="650"/>
          <ac:spMkLst>
            <pc:docMk/>
            <pc:sldMk cId="727186785" sldId="266"/>
            <ac:spMk id="3" creationId="{00000000-0000-0000-0000-000000000000}"/>
          </ac:spMkLst>
        </pc:spChg>
      </pc:sldChg>
      <pc:sldChg chg="addSp delSp modSp mod ord modClrScheme delDesignElem chgLayout">
        <pc:chgData name="Hesse, Samuel" userId="S::shesse3627@floridapoly.edu::84d1c00b-855e-4a75-9e50-bb53dcc600b8" providerId="AD" clId="Web-{DCCB3D63-489D-4B0A-E4C0-D8185CC8BD30}" dt="2025-04-16T16:20:42.006" v="653"/>
        <pc:sldMkLst>
          <pc:docMk/>
          <pc:sldMk cId="1162814394" sldId="267"/>
        </pc:sldMkLst>
        <pc:spChg chg="mod ord">
          <ac:chgData name="Hesse, Samuel" userId="S::shesse3627@floridapoly.edu::84d1c00b-855e-4a75-9e50-bb53dcc600b8" providerId="AD" clId="Web-{DCCB3D63-489D-4B0A-E4C0-D8185CC8BD30}" dt="2025-04-16T16:18:07.334" v="650"/>
          <ac:spMkLst>
            <pc:docMk/>
            <pc:sldMk cId="1162814394" sldId="267"/>
            <ac:spMk id="2" creationId="{1C5F1DDB-A12B-E797-8505-E21B942B04B1}"/>
          </ac:spMkLst>
        </pc:spChg>
        <pc:spChg chg="add del">
          <ac:chgData name="Hesse, Samuel" userId="S::shesse3627@floridapoly.edu::84d1c00b-855e-4a75-9e50-bb53dcc600b8" providerId="AD" clId="Web-{DCCB3D63-489D-4B0A-E4C0-D8185CC8BD30}" dt="2025-04-16T16:18:07.334" v="650"/>
          <ac:spMkLst>
            <pc:docMk/>
            <pc:sldMk cId="1162814394" sldId="267"/>
            <ac:spMk id="21" creationId="{2151139A-886F-4B97-8815-729AD3831BBD}"/>
          </ac:spMkLst>
        </pc:spChg>
        <pc:spChg chg="add del">
          <ac:chgData name="Hesse, Samuel" userId="S::shesse3627@floridapoly.edu::84d1c00b-855e-4a75-9e50-bb53dcc600b8" providerId="AD" clId="Web-{DCCB3D63-489D-4B0A-E4C0-D8185CC8BD30}" dt="2025-04-16T16:18:07.334" v="650"/>
          <ac:spMkLst>
            <pc:docMk/>
            <pc:sldMk cId="1162814394" sldId="267"/>
            <ac:spMk id="23" creationId="{AB5E08C4-8CDD-4623-A5B8-E998C6DEE3B7}"/>
          </ac:spMkLst>
        </pc:spChg>
        <pc:spChg chg="add del">
          <ac:chgData name="Hesse, Samuel" userId="S::shesse3627@floridapoly.edu::84d1c00b-855e-4a75-9e50-bb53dcc600b8" providerId="AD" clId="Web-{DCCB3D63-489D-4B0A-E4C0-D8185CC8BD30}" dt="2025-04-16T16:18:07.334" v="650"/>
          <ac:spMkLst>
            <pc:docMk/>
            <pc:sldMk cId="1162814394" sldId="267"/>
            <ac:spMk id="25" creationId="{15F33878-D502-4FFA-8ACE-F2AECDB2A23F}"/>
          </ac:spMkLst>
        </pc:spChg>
        <pc:spChg chg="add del">
          <ac:chgData name="Hesse, Samuel" userId="S::shesse3627@floridapoly.edu::84d1c00b-855e-4a75-9e50-bb53dcc600b8" providerId="AD" clId="Web-{DCCB3D63-489D-4B0A-E4C0-D8185CC8BD30}" dt="2025-04-16T16:18:07.334" v="650"/>
          <ac:spMkLst>
            <pc:docMk/>
            <pc:sldMk cId="1162814394" sldId="267"/>
            <ac:spMk id="27" creationId="{D3539FEE-81D3-4406-802E-60B20B16F4F6}"/>
          </ac:spMkLst>
        </pc:spChg>
        <pc:spChg chg="add del">
          <ac:chgData name="Hesse, Samuel" userId="S::shesse3627@floridapoly.edu::84d1c00b-855e-4a75-9e50-bb53dcc600b8" providerId="AD" clId="Web-{DCCB3D63-489D-4B0A-E4C0-D8185CC8BD30}" dt="2025-04-16T16:18:07.334" v="650"/>
          <ac:spMkLst>
            <pc:docMk/>
            <pc:sldMk cId="1162814394" sldId="267"/>
            <ac:spMk id="29" creationId="{DC701763-729E-462F-A5A8-E0DEFEB1E2E4}"/>
          </ac:spMkLst>
        </pc:spChg>
      </pc:sldChg>
      <pc:sldChg chg="modSp mod modClrScheme chgLayout">
        <pc:chgData name="Hesse, Samuel" userId="S::shesse3627@floridapoly.edu::84d1c00b-855e-4a75-9e50-bb53dcc600b8" providerId="AD" clId="Web-{DCCB3D63-489D-4B0A-E4C0-D8185CC8BD30}" dt="2025-04-16T16:18:07.334" v="650"/>
        <pc:sldMkLst>
          <pc:docMk/>
          <pc:sldMk cId="294105822" sldId="268"/>
        </pc:sldMkLst>
        <pc:spChg chg="mod ord">
          <ac:chgData name="Hesse, Samuel" userId="S::shesse3627@floridapoly.edu::84d1c00b-855e-4a75-9e50-bb53dcc600b8" providerId="AD" clId="Web-{DCCB3D63-489D-4B0A-E4C0-D8185CC8BD30}" dt="2025-04-16T16:18:07.334" v="650"/>
          <ac:spMkLst>
            <pc:docMk/>
            <pc:sldMk cId="294105822" sldId="268"/>
            <ac:spMk id="2" creationId="{8E613D8B-DC5F-5D5A-909F-A19816B0B9E0}"/>
          </ac:spMkLst>
        </pc:spChg>
        <pc:spChg chg="mod ord">
          <ac:chgData name="Hesse, Samuel" userId="S::shesse3627@floridapoly.edu::84d1c00b-855e-4a75-9e50-bb53dcc600b8" providerId="AD" clId="Web-{DCCB3D63-489D-4B0A-E4C0-D8185CC8BD30}" dt="2025-04-16T16:18:07.334" v="650"/>
          <ac:spMkLst>
            <pc:docMk/>
            <pc:sldMk cId="294105822" sldId="268"/>
            <ac:spMk id="8" creationId="{F7B9F908-7727-E44E-7FAA-50B884410880}"/>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1751255213" sldId="269"/>
        </pc:sldMkLst>
        <pc:spChg chg="mod ord">
          <ac:chgData name="Hesse, Samuel" userId="S::shesse3627@floridapoly.edu::84d1c00b-855e-4a75-9e50-bb53dcc600b8" providerId="AD" clId="Web-{DCCB3D63-489D-4B0A-E4C0-D8185CC8BD30}" dt="2025-04-16T16:18:07.334" v="650"/>
          <ac:spMkLst>
            <pc:docMk/>
            <pc:sldMk cId="1751255213" sldId="269"/>
            <ac:spMk id="2" creationId="{0764651C-2572-1F35-BE62-1B8D5029A4C3}"/>
          </ac:spMkLst>
        </pc:spChg>
        <pc:spChg chg="add del">
          <ac:chgData name="Hesse, Samuel" userId="S::shesse3627@floridapoly.edu::84d1c00b-855e-4a75-9e50-bb53dcc600b8" providerId="AD" clId="Web-{DCCB3D63-489D-4B0A-E4C0-D8185CC8BD30}" dt="2025-04-16T16:18:07.334" v="650"/>
          <ac:spMkLst>
            <pc:docMk/>
            <pc:sldMk cId="1751255213" sldId="269"/>
            <ac:spMk id="21" creationId="{2059C47A-C6AA-6AC9-776C-51EA5F63B53A}"/>
          </ac:spMkLst>
        </pc:spChg>
        <pc:spChg chg="add del">
          <ac:chgData name="Hesse, Samuel" userId="S::shesse3627@floridapoly.edu::84d1c00b-855e-4a75-9e50-bb53dcc600b8" providerId="AD" clId="Web-{DCCB3D63-489D-4B0A-E4C0-D8185CC8BD30}" dt="2025-04-16T16:18:07.334" v="650"/>
          <ac:spMkLst>
            <pc:docMk/>
            <pc:sldMk cId="1751255213" sldId="269"/>
            <ac:spMk id="23" creationId="{CC270DB2-9239-E077-EB61-CA62186E0BF6}"/>
          </ac:spMkLst>
        </pc:spChg>
        <pc:spChg chg="add del">
          <ac:chgData name="Hesse, Samuel" userId="S::shesse3627@floridapoly.edu::84d1c00b-855e-4a75-9e50-bb53dcc600b8" providerId="AD" clId="Web-{DCCB3D63-489D-4B0A-E4C0-D8185CC8BD30}" dt="2025-04-16T16:18:07.334" v="650"/>
          <ac:spMkLst>
            <pc:docMk/>
            <pc:sldMk cId="1751255213" sldId="269"/>
            <ac:spMk id="25" creationId="{D6030546-D2B0-2842-2797-D73E5AB75614}"/>
          </ac:spMkLst>
        </pc:spChg>
        <pc:spChg chg="add del">
          <ac:chgData name="Hesse, Samuel" userId="S::shesse3627@floridapoly.edu::84d1c00b-855e-4a75-9e50-bb53dcc600b8" providerId="AD" clId="Web-{DCCB3D63-489D-4B0A-E4C0-D8185CC8BD30}" dt="2025-04-16T16:18:07.334" v="650"/>
          <ac:spMkLst>
            <pc:docMk/>
            <pc:sldMk cId="1751255213" sldId="269"/>
            <ac:spMk id="27" creationId="{E1040763-B7D2-F731-9674-0180A6179F28}"/>
          </ac:spMkLst>
        </pc:spChg>
        <pc:spChg chg="add del">
          <ac:chgData name="Hesse, Samuel" userId="S::shesse3627@floridapoly.edu::84d1c00b-855e-4a75-9e50-bb53dcc600b8" providerId="AD" clId="Web-{DCCB3D63-489D-4B0A-E4C0-D8185CC8BD30}" dt="2025-04-16T16:18:07.334" v="650"/>
          <ac:spMkLst>
            <pc:docMk/>
            <pc:sldMk cId="1751255213" sldId="269"/>
            <ac:spMk id="29" creationId="{7CD2DA9F-7605-677E-F6AD-CD0B9D2F5C85}"/>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1685761757" sldId="271"/>
        </pc:sldMkLst>
        <pc:spChg chg="mod ord">
          <ac:chgData name="Hesse, Samuel" userId="S::shesse3627@floridapoly.edu::84d1c00b-855e-4a75-9e50-bb53dcc600b8" providerId="AD" clId="Web-{DCCB3D63-489D-4B0A-E4C0-D8185CC8BD30}" dt="2025-04-16T16:18:07.334" v="650"/>
          <ac:spMkLst>
            <pc:docMk/>
            <pc:sldMk cId="1685761757" sldId="271"/>
            <ac:spMk id="2" creationId="{738199CF-C84B-17A4-2355-801B3A812E5A}"/>
          </ac:spMkLst>
        </pc:spChg>
        <pc:spChg chg="add del">
          <ac:chgData name="Hesse, Samuel" userId="S::shesse3627@floridapoly.edu::84d1c00b-855e-4a75-9e50-bb53dcc600b8" providerId="AD" clId="Web-{DCCB3D63-489D-4B0A-E4C0-D8185CC8BD30}" dt="2025-04-16T16:18:07.334" v="650"/>
          <ac:spMkLst>
            <pc:docMk/>
            <pc:sldMk cId="1685761757" sldId="271"/>
            <ac:spMk id="21" creationId="{B712E947-0734-45F9-9C4F-41114EC3A33E}"/>
          </ac:spMkLst>
        </pc:spChg>
        <pc:grpChg chg="add del">
          <ac:chgData name="Hesse, Samuel" userId="S::shesse3627@floridapoly.edu::84d1c00b-855e-4a75-9e50-bb53dcc600b8" providerId="AD" clId="Web-{DCCB3D63-489D-4B0A-E4C0-D8185CC8BD30}" dt="2025-04-16T16:18:07.334" v="650"/>
          <ac:grpSpMkLst>
            <pc:docMk/>
            <pc:sldMk cId="1685761757" sldId="271"/>
            <ac:grpSpMk id="23" creationId="{12B3290A-D3BF-4B87-B55B-FD9A98B49727}"/>
          </ac:grpSpMkLst>
        </pc:gr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1825437390" sldId="273"/>
        </pc:sldMkLst>
        <pc:spChg chg="mod ord">
          <ac:chgData name="Hesse, Samuel" userId="S::shesse3627@floridapoly.edu::84d1c00b-855e-4a75-9e50-bb53dcc600b8" providerId="AD" clId="Web-{DCCB3D63-489D-4B0A-E4C0-D8185CC8BD30}" dt="2025-04-16T16:18:07.334" v="650"/>
          <ac:spMkLst>
            <pc:docMk/>
            <pc:sldMk cId="1825437390" sldId="273"/>
            <ac:spMk id="2" creationId="{906879AD-0626-B591-A31A-DDC2F8CCF66A}"/>
          </ac:spMkLst>
        </pc:spChg>
        <pc:spChg chg="add del">
          <ac:chgData name="Hesse, Samuel" userId="S::shesse3627@floridapoly.edu::84d1c00b-855e-4a75-9e50-bb53dcc600b8" providerId="AD" clId="Web-{DCCB3D63-489D-4B0A-E4C0-D8185CC8BD30}" dt="2025-04-16T16:18:07.334" v="650"/>
          <ac:spMkLst>
            <pc:docMk/>
            <pc:sldMk cId="1825437390" sldId="273"/>
            <ac:spMk id="9" creationId="{B9E5208A-1C96-DCF2-3E62-19376FE96230}"/>
          </ac:spMkLst>
        </pc:spChg>
        <pc:spChg chg="add del">
          <ac:chgData name="Hesse, Samuel" userId="S::shesse3627@floridapoly.edu::84d1c00b-855e-4a75-9e50-bb53dcc600b8" providerId="AD" clId="Web-{DCCB3D63-489D-4B0A-E4C0-D8185CC8BD30}" dt="2025-04-16T16:18:07.334" v="650"/>
          <ac:spMkLst>
            <pc:docMk/>
            <pc:sldMk cId="1825437390" sldId="273"/>
            <ac:spMk id="11" creationId="{859552F6-65C0-11FE-3477-423FC363ADD8}"/>
          </ac:spMkLst>
        </pc:spChg>
        <pc:spChg chg="add del">
          <ac:chgData name="Hesse, Samuel" userId="S::shesse3627@floridapoly.edu::84d1c00b-855e-4a75-9e50-bb53dcc600b8" providerId="AD" clId="Web-{DCCB3D63-489D-4B0A-E4C0-D8185CC8BD30}" dt="2025-04-16T16:18:07.334" v="650"/>
          <ac:spMkLst>
            <pc:docMk/>
            <pc:sldMk cId="1825437390" sldId="273"/>
            <ac:spMk id="13" creationId="{89E07602-B180-02AC-BA33-9CA204C0B3BC}"/>
          </ac:spMkLst>
        </pc:spChg>
        <pc:spChg chg="add del">
          <ac:chgData name="Hesse, Samuel" userId="S::shesse3627@floridapoly.edu::84d1c00b-855e-4a75-9e50-bb53dcc600b8" providerId="AD" clId="Web-{DCCB3D63-489D-4B0A-E4C0-D8185CC8BD30}" dt="2025-04-16T16:18:07.334" v="650"/>
          <ac:spMkLst>
            <pc:docMk/>
            <pc:sldMk cId="1825437390" sldId="273"/>
            <ac:spMk id="15" creationId="{FF09A121-4E82-2339-624B-729D656E7314}"/>
          </ac:spMkLst>
        </pc:spChg>
        <pc:graphicFrameChg chg="mod ord">
          <ac:chgData name="Hesse, Samuel" userId="S::shesse3627@floridapoly.edu::84d1c00b-855e-4a75-9e50-bb53dcc600b8" providerId="AD" clId="Web-{DCCB3D63-489D-4B0A-E4C0-D8185CC8BD30}" dt="2025-04-16T16:18:07.334" v="650"/>
          <ac:graphicFrameMkLst>
            <pc:docMk/>
            <pc:sldMk cId="1825437390" sldId="273"/>
            <ac:graphicFrameMk id="5" creationId="{AD937913-74EC-16DD-9EFB-8E18C070CAF4}"/>
          </ac:graphicFrameMkLst>
        </pc:graphicFrame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799245451" sldId="274"/>
        </pc:sldMkLst>
        <pc:spChg chg="mod ord">
          <ac:chgData name="Hesse, Samuel" userId="S::shesse3627@floridapoly.edu::84d1c00b-855e-4a75-9e50-bb53dcc600b8" providerId="AD" clId="Web-{DCCB3D63-489D-4B0A-E4C0-D8185CC8BD30}" dt="2025-04-16T16:18:07.334" v="650"/>
          <ac:spMkLst>
            <pc:docMk/>
            <pc:sldMk cId="799245451" sldId="274"/>
            <ac:spMk id="2" creationId="{B6A256BD-373F-F4C2-751B-C04158BBABFE}"/>
          </ac:spMkLst>
        </pc:spChg>
        <pc:spChg chg="add del">
          <ac:chgData name="Hesse, Samuel" userId="S::shesse3627@floridapoly.edu::84d1c00b-855e-4a75-9e50-bb53dcc600b8" providerId="AD" clId="Web-{DCCB3D63-489D-4B0A-E4C0-D8185CC8BD30}" dt="2025-04-16T16:18:07.334" v="650"/>
          <ac:spMkLst>
            <pc:docMk/>
            <pc:sldMk cId="799245451" sldId="274"/>
            <ac:spMk id="21" creationId="{4E1D1675-C720-3A3C-4B78-5D14AD26B0A8}"/>
          </ac:spMkLst>
        </pc:spChg>
        <pc:grpChg chg="add del">
          <ac:chgData name="Hesse, Samuel" userId="S::shesse3627@floridapoly.edu::84d1c00b-855e-4a75-9e50-bb53dcc600b8" providerId="AD" clId="Web-{DCCB3D63-489D-4B0A-E4C0-D8185CC8BD30}" dt="2025-04-16T16:18:07.334" v="650"/>
          <ac:grpSpMkLst>
            <pc:docMk/>
            <pc:sldMk cId="799245451" sldId="274"/>
            <ac:grpSpMk id="23" creationId="{F3B263C3-58B8-5D91-7B79-3ED9DEB89B62}"/>
          </ac:grpSpMkLst>
        </pc:grpChg>
      </pc:sldChg>
      <pc:sldChg chg="addSp delSp modSp mod ord modClrScheme delDesignElem chgLayout">
        <pc:chgData name="Hesse, Samuel" userId="S::shesse3627@floridapoly.edu::84d1c00b-855e-4a75-9e50-bb53dcc600b8" providerId="AD" clId="Web-{DCCB3D63-489D-4B0A-E4C0-D8185CC8BD30}" dt="2025-04-16T16:18:48.928" v="651"/>
        <pc:sldMkLst>
          <pc:docMk/>
          <pc:sldMk cId="2202006301" sldId="275"/>
        </pc:sldMkLst>
        <pc:spChg chg="mod ord">
          <ac:chgData name="Hesse, Samuel" userId="S::shesse3627@floridapoly.edu::84d1c00b-855e-4a75-9e50-bb53dcc600b8" providerId="AD" clId="Web-{DCCB3D63-489D-4B0A-E4C0-D8185CC8BD30}" dt="2025-04-16T16:18:07.334" v="650"/>
          <ac:spMkLst>
            <pc:docMk/>
            <pc:sldMk cId="2202006301" sldId="275"/>
            <ac:spMk id="2" creationId="{5E1AFCD5-4C40-352F-B9E1-35E979882988}"/>
          </ac:spMkLst>
        </pc:spChg>
        <pc:spChg chg="add del">
          <ac:chgData name="Hesse, Samuel" userId="S::shesse3627@floridapoly.edu::84d1c00b-855e-4a75-9e50-bb53dcc600b8" providerId="AD" clId="Web-{DCCB3D63-489D-4B0A-E4C0-D8185CC8BD30}" dt="2025-04-16T16:18:07.334" v="650"/>
          <ac:spMkLst>
            <pc:docMk/>
            <pc:sldMk cId="2202006301" sldId="275"/>
            <ac:spMk id="5" creationId="{A669BC1B-2BCD-095F-8293-CD62B0A69340}"/>
          </ac:spMkLst>
        </pc:spChg>
        <pc:spChg chg="add del">
          <ac:chgData name="Hesse, Samuel" userId="S::shesse3627@floridapoly.edu::84d1c00b-855e-4a75-9e50-bb53dcc600b8" providerId="AD" clId="Web-{DCCB3D63-489D-4B0A-E4C0-D8185CC8BD30}" dt="2025-04-16T16:18:07.334" v="650"/>
          <ac:spMkLst>
            <pc:docMk/>
            <pc:sldMk cId="2202006301" sldId="275"/>
            <ac:spMk id="6" creationId="{A81E0CF5-DAFC-A125-9002-D6ABD4BA4684}"/>
          </ac:spMkLst>
        </pc:spChg>
        <pc:spChg chg="add del">
          <ac:chgData name="Hesse, Samuel" userId="S::shesse3627@floridapoly.edu::84d1c00b-855e-4a75-9e50-bb53dcc600b8" providerId="AD" clId="Web-{DCCB3D63-489D-4B0A-E4C0-D8185CC8BD30}" dt="2025-04-16T16:18:07.334" v="650"/>
          <ac:spMkLst>
            <pc:docMk/>
            <pc:sldMk cId="2202006301" sldId="275"/>
            <ac:spMk id="8" creationId="{CB7C321D-74E9-6063-077E-A79BE08A7B70}"/>
          </ac:spMkLst>
        </pc:spChg>
        <pc:spChg chg="add del">
          <ac:chgData name="Hesse, Samuel" userId="S::shesse3627@floridapoly.edu::84d1c00b-855e-4a75-9e50-bb53dcc600b8" providerId="AD" clId="Web-{DCCB3D63-489D-4B0A-E4C0-D8185CC8BD30}" dt="2025-04-16T16:18:07.334" v="650"/>
          <ac:spMkLst>
            <pc:docMk/>
            <pc:sldMk cId="2202006301" sldId="275"/>
            <ac:spMk id="9" creationId="{A1EB2B36-02EA-25C4-0933-7E7219865D50}"/>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959960164" sldId="276"/>
        </pc:sldMkLst>
        <pc:spChg chg="mod ord">
          <ac:chgData name="Hesse, Samuel" userId="S::shesse3627@floridapoly.edu::84d1c00b-855e-4a75-9e50-bb53dcc600b8" providerId="AD" clId="Web-{DCCB3D63-489D-4B0A-E4C0-D8185CC8BD30}" dt="2025-04-16T16:18:07.334" v="650"/>
          <ac:spMkLst>
            <pc:docMk/>
            <pc:sldMk cId="959960164" sldId="276"/>
            <ac:spMk id="2" creationId="{F140E05C-40FC-8748-DCC8-C400D4EAD704}"/>
          </ac:spMkLst>
        </pc:spChg>
        <pc:spChg chg="add del">
          <ac:chgData name="Hesse, Samuel" userId="S::shesse3627@floridapoly.edu::84d1c00b-855e-4a75-9e50-bb53dcc600b8" providerId="AD" clId="Web-{DCCB3D63-489D-4B0A-E4C0-D8185CC8BD30}" dt="2025-04-16T16:18:07.334" v="650"/>
          <ac:spMkLst>
            <pc:docMk/>
            <pc:sldMk cId="959960164" sldId="276"/>
            <ac:spMk id="21" creationId="{5F091188-26AB-BFF2-398E-D257B1B96695}"/>
          </ac:spMkLst>
        </pc:spChg>
        <pc:grpChg chg="add del">
          <ac:chgData name="Hesse, Samuel" userId="S::shesse3627@floridapoly.edu::84d1c00b-855e-4a75-9e50-bb53dcc600b8" providerId="AD" clId="Web-{DCCB3D63-489D-4B0A-E4C0-D8185CC8BD30}" dt="2025-04-16T16:18:07.334" v="650"/>
          <ac:grpSpMkLst>
            <pc:docMk/>
            <pc:sldMk cId="959960164" sldId="276"/>
            <ac:grpSpMk id="23" creationId="{04DA17F9-9E4E-4FF7-6EC7-D816E6C3040A}"/>
          </ac:grpSpMkLst>
        </pc:gr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934124461" sldId="277"/>
        </pc:sldMkLst>
        <pc:spChg chg="mod ord">
          <ac:chgData name="Hesse, Samuel" userId="S::shesse3627@floridapoly.edu::84d1c00b-855e-4a75-9e50-bb53dcc600b8" providerId="AD" clId="Web-{DCCB3D63-489D-4B0A-E4C0-D8185CC8BD30}" dt="2025-04-16T16:18:07.334" v="650"/>
          <ac:spMkLst>
            <pc:docMk/>
            <pc:sldMk cId="934124461" sldId="277"/>
            <ac:spMk id="2" creationId="{0BC110E3-BD10-F5D3-0146-4B18F355B7B5}"/>
          </ac:spMkLst>
        </pc:spChg>
        <pc:spChg chg="add del">
          <ac:chgData name="Hesse, Samuel" userId="S::shesse3627@floridapoly.edu::84d1c00b-855e-4a75-9e50-bb53dcc600b8" providerId="AD" clId="Web-{DCCB3D63-489D-4B0A-E4C0-D8185CC8BD30}" dt="2025-04-16T16:18:07.334" v="650"/>
          <ac:spMkLst>
            <pc:docMk/>
            <pc:sldMk cId="934124461" sldId="277"/>
            <ac:spMk id="36" creationId="{A4AC5506-6312-4701-8D3C-40187889A947}"/>
          </ac:spMkLst>
        </pc:spChg>
      </pc:sldChg>
      <pc:sldChg chg="addSp delSp modSp mod ord modClrScheme delDesignElem chgLayout">
        <pc:chgData name="Hesse, Samuel" userId="S::shesse3627@floridapoly.edu::84d1c00b-855e-4a75-9e50-bb53dcc600b8" providerId="AD" clId="Web-{DCCB3D63-489D-4B0A-E4C0-D8185CC8BD30}" dt="2025-04-16T16:20:21.022" v="652"/>
        <pc:sldMkLst>
          <pc:docMk/>
          <pc:sldMk cId="1363686905" sldId="279"/>
        </pc:sldMkLst>
        <pc:spChg chg="mod ord">
          <ac:chgData name="Hesse, Samuel" userId="S::shesse3627@floridapoly.edu::84d1c00b-855e-4a75-9e50-bb53dcc600b8" providerId="AD" clId="Web-{DCCB3D63-489D-4B0A-E4C0-D8185CC8BD30}" dt="2025-04-16T16:18:07.334" v="650"/>
          <ac:spMkLst>
            <pc:docMk/>
            <pc:sldMk cId="1363686905" sldId="279"/>
            <ac:spMk id="2" creationId="{8AFD6B10-3629-E9A8-35C0-1D5440DB2BFA}"/>
          </ac:spMkLst>
        </pc:spChg>
        <pc:spChg chg="add del">
          <ac:chgData name="Hesse, Samuel" userId="S::shesse3627@floridapoly.edu::84d1c00b-855e-4a75-9e50-bb53dcc600b8" providerId="AD" clId="Web-{DCCB3D63-489D-4B0A-E4C0-D8185CC8BD30}" dt="2025-04-16T16:18:07.334" v="650"/>
          <ac:spMkLst>
            <pc:docMk/>
            <pc:sldMk cId="1363686905" sldId="279"/>
            <ac:spMk id="8" creationId="{525D7B2B-86E6-9D07-D7D4-D97E57EB7D03}"/>
          </ac:spMkLst>
        </pc:spChg>
        <pc:spChg chg="add del">
          <ac:chgData name="Hesse, Samuel" userId="S::shesse3627@floridapoly.edu::84d1c00b-855e-4a75-9e50-bb53dcc600b8" providerId="AD" clId="Web-{DCCB3D63-489D-4B0A-E4C0-D8185CC8BD30}" dt="2025-04-16T16:18:07.334" v="650"/>
          <ac:spMkLst>
            <pc:docMk/>
            <pc:sldMk cId="1363686905" sldId="279"/>
            <ac:spMk id="10" creationId="{14D8BA3A-47CB-CDE8-20BF-7A612B0BDCD9}"/>
          </ac:spMkLst>
        </pc:spChg>
        <pc:spChg chg="add del">
          <ac:chgData name="Hesse, Samuel" userId="S::shesse3627@floridapoly.edu::84d1c00b-855e-4a75-9e50-bb53dcc600b8" providerId="AD" clId="Web-{DCCB3D63-489D-4B0A-E4C0-D8185CC8BD30}" dt="2025-04-16T16:18:07.334" v="650"/>
          <ac:spMkLst>
            <pc:docMk/>
            <pc:sldMk cId="1363686905" sldId="279"/>
            <ac:spMk id="12" creationId="{DF075287-28A8-2BFA-12B9-2A1A30FBC5FB}"/>
          </ac:spMkLst>
        </pc:spChg>
        <pc:spChg chg="add del">
          <ac:chgData name="Hesse, Samuel" userId="S::shesse3627@floridapoly.edu::84d1c00b-855e-4a75-9e50-bb53dcc600b8" providerId="AD" clId="Web-{DCCB3D63-489D-4B0A-E4C0-D8185CC8BD30}" dt="2025-04-16T16:18:07.334" v="650"/>
          <ac:spMkLst>
            <pc:docMk/>
            <pc:sldMk cId="1363686905" sldId="279"/>
            <ac:spMk id="14" creationId="{5ACB8B41-D34E-C4F8-BF51-8B7ADD5C66A6}"/>
          </ac:spMkLst>
        </pc:spChg>
        <pc:spChg chg="add del">
          <ac:chgData name="Hesse, Samuel" userId="S::shesse3627@floridapoly.edu::84d1c00b-855e-4a75-9e50-bb53dcc600b8" providerId="AD" clId="Web-{DCCB3D63-489D-4B0A-E4C0-D8185CC8BD30}" dt="2025-04-16T16:18:07.334" v="650"/>
          <ac:spMkLst>
            <pc:docMk/>
            <pc:sldMk cId="1363686905" sldId="279"/>
            <ac:spMk id="16" creationId="{91383EFA-3F9D-3FC2-A5C0-CBF415B0E671}"/>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3039317157" sldId="280"/>
        </pc:sldMkLst>
        <pc:spChg chg="mod ord">
          <ac:chgData name="Hesse, Samuel" userId="S::shesse3627@floridapoly.edu::84d1c00b-855e-4a75-9e50-bb53dcc600b8" providerId="AD" clId="Web-{DCCB3D63-489D-4B0A-E4C0-D8185CC8BD30}" dt="2025-04-16T16:18:07.334" v="650"/>
          <ac:spMkLst>
            <pc:docMk/>
            <pc:sldMk cId="3039317157" sldId="280"/>
            <ac:spMk id="2" creationId="{874BD6BB-58A4-4C92-071B-6F57519C12B0}"/>
          </ac:spMkLst>
        </pc:spChg>
        <pc:spChg chg="add del">
          <ac:chgData name="Hesse, Samuel" userId="S::shesse3627@floridapoly.edu::84d1c00b-855e-4a75-9e50-bb53dcc600b8" providerId="AD" clId="Web-{DCCB3D63-489D-4B0A-E4C0-D8185CC8BD30}" dt="2025-04-16T16:18:07.334" v="650"/>
          <ac:spMkLst>
            <pc:docMk/>
            <pc:sldMk cId="3039317157" sldId="280"/>
            <ac:spMk id="8" creationId="{D3A7939C-3A90-2A25-6AB3-7D105C674817}"/>
          </ac:spMkLst>
        </pc:spChg>
        <pc:spChg chg="add del">
          <ac:chgData name="Hesse, Samuel" userId="S::shesse3627@floridapoly.edu::84d1c00b-855e-4a75-9e50-bb53dcc600b8" providerId="AD" clId="Web-{DCCB3D63-489D-4B0A-E4C0-D8185CC8BD30}" dt="2025-04-16T16:18:07.334" v="650"/>
          <ac:spMkLst>
            <pc:docMk/>
            <pc:sldMk cId="3039317157" sldId="280"/>
            <ac:spMk id="10" creationId="{5B97D726-8604-7704-DE10-DDC8E29FC893}"/>
          </ac:spMkLst>
        </pc:spChg>
        <pc:spChg chg="add del">
          <ac:chgData name="Hesse, Samuel" userId="S::shesse3627@floridapoly.edu::84d1c00b-855e-4a75-9e50-bb53dcc600b8" providerId="AD" clId="Web-{DCCB3D63-489D-4B0A-E4C0-D8185CC8BD30}" dt="2025-04-16T16:18:07.334" v="650"/>
          <ac:spMkLst>
            <pc:docMk/>
            <pc:sldMk cId="3039317157" sldId="280"/>
            <ac:spMk id="12" creationId="{DB94EDDD-91FE-373B-AFD9-1132E470B4DD}"/>
          </ac:spMkLst>
        </pc:spChg>
        <pc:spChg chg="add del">
          <ac:chgData name="Hesse, Samuel" userId="S::shesse3627@floridapoly.edu::84d1c00b-855e-4a75-9e50-bb53dcc600b8" providerId="AD" clId="Web-{DCCB3D63-489D-4B0A-E4C0-D8185CC8BD30}" dt="2025-04-16T16:18:07.334" v="650"/>
          <ac:spMkLst>
            <pc:docMk/>
            <pc:sldMk cId="3039317157" sldId="280"/>
            <ac:spMk id="14" creationId="{63DBC372-6A93-8843-B6ED-5FB86B6C4C85}"/>
          </ac:spMkLst>
        </pc:spChg>
        <pc:spChg chg="add del">
          <ac:chgData name="Hesse, Samuel" userId="S::shesse3627@floridapoly.edu::84d1c00b-855e-4a75-9e50-bb53dcc600b8" providerId="AD" clId="Web-{DCCB3D63-489D-4B0A-E4C0-D8185CC8BD30}" dt="2025-04-16T16:18:07.334" v="650"/>
          <ac:spMkLst>
            <pc:docMk/>
            <pc:sldMk cId="3039317157" sldId="280"/>
            <ac:spMk id="16" creationId="{D41CADED-61E7-8065-5C18-85AFCF9A5E1D}"/>
          </ac:spMkLst>
        </pc:spChg>
      </pc:sldChg>
      <pc:sldChg chg="modSp mod ord modClrScheme chgLayout">
        <pc:chgData name="Hesse, Samuel" userId="S::shesse3627@floridapoly.edu::84d1c00b-855e-4a75-9e50-bb53dcc600b8" providerId="AD" clId="Web-{DCCB3D63-489D-4B0A-E4C0-D8185CC8BD30}" dt="2025-04-16T16:21:03.209" v="654"/>
        <pc:sldMkLst>
          <pc:docMk/>
          <pc:sldMk cId="1416184384" sldId="281"/>
        </pc:sldMkLst>
        <pc:spChg chg="mod ord">
          <ac:chgData name="Hesse, Samuel" userId="S::shesse3627@floridapoly.edu::84d1c00b-855e-4a75-9e50-bb53dcc600b8" providerId="AD" clId="Web-{DCCB3D63-489D-4B0A-E4C0-D8185CC8BD30}" dt="2025-04-16T16:18:07.334" v="650"/>
          <ac:spMkLst>
            <pc:docMk/>
            <pc:sldMk cId="1416184384" sldId="281"/>
            <ac:spMk id="2" creationId="{4428EC3D-11F0-22B7-AD7C-2974388F7C93}"/>
          </ac:spMkLst>
        </pc:spChg>
      </pc:sldChg>
      <pc:sldChg chg="addSp delSp modSp mod modClrScheme delDesignElem chgLayout">
        <pc:chgData name="Hesse, Samuel" userId="S::shesse3627@floridapoly.edu::84d1c00b-855e-4a75-9e50-bb53dcc600b8" providerId="AD" clId="Web-{DCCB3D63-489D-4B0A-E4C0-D8185CC8BD30}" dt="2025-04-16T16:18:07.334" v="650"/>
        <pc:sldMkLst>
          <pc:docMk/>
          <pc:sldMk cId="3943610207" sldId="282"/>
        </pc:sldMkLst>
        <pc:spChg chg="mod ord">
          <ac:chgData name="Hesse, Samuel" userId="S::shesse3627@floridapoly.edu::84d1c00b-855e-4a75-9e50-bb53dcc600b8" providerId="AD" clId="Web-{DCCB3D63-489D-4B0A-E4C0-D8185CC8BD30}" dt="2025-04-16T16:18:07.334" v="650"/>
          <ac:spMkLst>
            <pc:docMk/>
            <pc:sldMk cId="3943610207" sldId="282"/>
            <ac:spMk id="2" creationId="{E9BBA6B0-14AB-1070-D0F9-8F3B5B7D0920}"/>
          </ac:spMkLst>
        </pc:spChg>
        <pc:spChg chg="add del">
          <ac:chgData name="Hesse, Samuel" userId="S::shesse3627@floridapoly.edu::84d1c00b-855e-4a75-9e50-bb53dcc600b8" providerId="AD" clId="Web-{DCCB3D63-489D-4B0A-E4C0-D8185CC8BD30}" dt="2025-04-16T16:18:07.334" v="650"/>
          <ac:spMkLst>
            <pc:docMk/>
            <pc:sldMk cId="3943610207" sldId="282"/>
            <ac:spMk id="8" creationId="{EE5940FB-17D5-6F3F-1A13-0E1F07548E83}"/>
          </ac:spMkLst>
        </pc:spChg>
        <pc:spChg chg="add del">
          <ac:chgData name="Hesse, Samuel" userId="S::shesse3627@floridapoly.edu::84d1c00b-855e-4a75-9e50-bb53dcc600b8" providerId="AD" clId="Web-{DCCB3D63-489D-4B0A-E4C0-D8185CC8BD30}" dt="2025-04-16T16:18:07.334" v="650"/>
          <ac:spMkLst>
            <pc:docMk/>
            <pc:sldMk cId="3943610207" sldId="282"/>
            <ac:spMk id="10" creationId="{50ED74FA-3742-BB2C-97D9-F689E875A33F}"/>
          </ac:spMkLst>
        </pc:spChg>
        <pc:spChg chg="add del">
          <ac:chgData name="Hesse, Samuel" userId="S::shesse3627@floridapoly.edu::84d1c00b-855e-4a75-9e50-bb53dcc600b8" providerId="AD" clId="Web-{DCCB3D63-489D-4B0A-E4C0-D8185CC8BD30}" dt="2025-04-16T16:18:07.334" v="650"/>
          <ac:spMkLst>
            <pc:docMk/>
            <pc:sldMk cId="3943610207" sldId="282"/>
            <ac:spMk id="12" creationId="{877F9666-7F5D-91BC-8949-0825785E73FF}"/>
          </ac:spMkLst>
        </pc:spChg>
        <pc:spChg chg="add del">
          <ac:chgData name="Hesse, Samuel" userId="S::shesse3627@floridapoly.edu::84d1c00b-855e-4a75-9e50-bb53dcc600b8" providerId="AD" clId="Web-{DCCB3D63-489D-4B0A-E4C0-D8185CC8BD30}" dt="2025-04-16T16:18:07.334" v="650"/>
          <ac:spMkLst>
            <pc:docMk/>
            <pc:sldMk cId="3943610207" sldId="282"/>
            <ac:spMk id="14" creationId="{11B50F9D-555A-FF07-49BB-05B8488A4C63}"/>
          </ac:spMkLst>
        </pc:spChg>
        <pc:spChg chg="add del">
          <ac:chgData name="Hesse, Samuel" userId="S::shesse3627@floridapoly.edu::84d1c00b-855e-4a75-9e50-bb53dcc600b8" providerId="AD" clId="Web-{DCCB3D63-489D-4B0A-E4C0-D8185CC8BD30}" dt="2025-04-16T16:18:07.334" v="650"/>
          <ac:spMkLst>
            <pc:docMk/>
            <pc:sldMk cId="3943610207" sldId="282"/>
            <ac:spMk id="16" creationId="{66CC0C85-14D1-7F7E-1E06-973F224B8054}"/>
          </ac:spMkLst>
        </pc:spChg>
      </pc:sldChg>
      <pc:sldChg chg="addSp delSp modSp mod modClrScheme delDesignElem chgLayout modNotes">
        <pc:chgData name="Hesse, Samuel" userId="S::shesse3627@floridapoly.edu::84d1c00b-855e-4a75-9e50-bb53dcc600b8" providerId="AD" clId="Web-{DCCB3D63-489D-4B0A-E4C0-D8185CC8BD30}" dt="2025-04-16T16:18:07.334" v="650"/>
        <pc:sldMkLst>
          <pc:docMk/>
          <pc:sldMk cId="3471551537" sldId="284"/>
        </pc:sldMkLst>
        <pc:spChg chg="mod ord">
          <ac:chgData name="Hesse, Samuel" userId="S::shesse3627@floridapoly.edu::84d1c00b-855e-4a75-9e50-bb53dcc600b8" providerId="AD" clId="Web-{DCCB3D63-489D-4B0A-E4C0-D8185CC8BD30}" dt="2025-04-16T16:18:07.334" v="650"/>
          <ac:spMkLst>
            <pc:docMk/>
            <pc:sldMk cId="3471551537" sldId="284"/>
            <ac:spMk id="2" creationId="{571D7179-5D39-1B5D-90F1-3ADFB81B89EC}"/>
          </ac:spMkLst>
        </pc:spChg>
        <pc:spChg chg="add del">
          <ac:chgData name="Hesse, Samuel" userId="S::shesse3627@floridapoly.edu::84d1c00b-855e-4a75-9e50-bb53dcc600b8" providerId="AD" clId="Web-{DCCB3D63-489D-4B0A-E4C0-D8185CC8BD30}" dt="2025-04-16T16:18:07.334" v="650"/>
          <ac:spMkLst>
            <pc:docMk/>
            <pc:sldMk cId="3471551537" sldId="284"/>
            <ac:spMk id="8" creationId="{87414C1C-7046-28CA-A735-20B1504AF58F}"/>
          </ac:spMkLst>
        </pc:spChg>
        <pc:spChg chg="add del">
          <ac:chgData name="Hesse, Samuel" userId="S::shesse3627@floridapoly.edu::84d1c00b-855e-4a75-9e50-bb53dcc600b8" providerId="AD" clId="Web-{DCCB3D63-489D-4B0A-E4C0-D8185CC8BD30}" dt="2025-04-16T16:18:07.334" v="650"/>
          <ac:spMkLst>
            <pc:docMk/>
            <pc:sldMk cId="3471551537" sldId="284"/>
            <ac:spMk id="10" creationId="{D6EA5183-7578-9839-3205-FF2552AE4067}"/>
          </ac:spMkLst>
        </pc:spChg>
        <pc:spChg chg="add del">
          <ac:chgData name="Hesse, Samuel" userId="S::shesse3627@floridapoly.edu::84d1c00b-855e-4a75-9e50-bb53dcc600b8" providerId="AD" clId="Web-{DCCB3D63-489D-4B0A-E4C0-D8185CC8BD30}" dt="2025-04-16T16:18:07.334" v="650"/>
          <ac:spMkLst>
            <pc:docMk/>
            <pc:sldMk cId="3471551537" sldId="284"/>
            <ac:spMk id="12" creationId="{334ADA39-3E7C-561A-8E14-95601609E6EB}"/>
          </ac:spMkLst>
        </pc:spChg>
        <pc:spChg chg="add del">
          <ac:chgData name="Hesse, Samuel" userId="S::shesse3627@floridapoly.edu::84d1c00b-855e-4a75-9e50-bb53dcc600b8" providerId="AD" clId="Web-{DCCB3D63-489D-4B0A-E4C0-D8185CC8BD30}" dt="2025-04-16T16:18:07.334" v="650"/>
          <ac:spMkLst>
            <pc:docMk/>
            <pc:sldMk cId="3471551537" sldId="284"/>
            <ac:spMk id="14" creationId="{0D62E975-9483-B16A-060F-50051AB46010}"/>
          </ac:spMkLst>
        </pc:spChg>
        <pc:spChg chg="add del">
          <ac:chgData name="Hesse, Samuel" userId="S::shesse3627@floridapoly.edu::84d1c00b-855e-4a75-9e50-bb53dcc600b8" providerId="AD" clId="Web-{DCCB3D63-489D-4B0A-E4C0-D8185CC8BD30}" dt="2025-04-16T16:18:07.334" v="650"/>
          <ac:spMkLst>
            <pc:docMk/>
            <pc:sldMk cId="3471551537" sldId="284"/>
            <ac:spMk id="16" creationId="{F316B6E1-BA76-14FD-C3B1-6A07F844F36A}"/>
          </ac:spMkLst>
        </pc:spChg>
        <pc:graphicFrameChg chg="mod ord">
          <ac:chgData name="Hesse, Samuel" userId="S::shesse3627@floridapoly.edu::84d1c00b-855e-4a75-9e50-bb53dcc600b8" providerId="AD" clId="Web-{DCCB3D63-489D-4B0A-E4C0-D8185CC8BD30}" dt="2025-04-16T16:18:07.334" v="650"/>
          <ac:graphicFrameMkLst>
            <pc:docMk/>
            <pc:sldMk cId="3471551537" sldId="284"/>
            <ac:graphicFrameMk id="18" creationId="{B2E4AB28-DFB4-BCE5-2ECC-EF9B5A6131F0}"/>
          </ac:graphicFrameMkLst>
        </pc:graphicFrameChg>
      </pc:sldChg>
      <pc:sldChg chg="modSp mod modClrScheme chgLayout">
        <pc:chgData name="Hesse, Samuel" userId="S::shesse3627@floridapoly.edu::84d1c00b-855e-4a75-9e50-bb53dcc600b8" providerId="AD" clId="Web-{DCCB3D63-489D-4B0A-E4C0-D8185CC8BD30}" dt="2025-04-16T16:18:07.334" v="650"/>
        <pc:sldMkLst>
          <pc:docMk/>
          <pc:sldMk cId="668661555" sldId="285"/>
        </pc:sldMkLst>
        <pc:spChg chg="mod ord">
          <ac:chgData name="Hesse, Samuel" userId="S::shesse3627@floridapoly.edu::84d1c00b-855e-4a75-9e50-bb53dcc600b8" providerId="AD" clId="Web-{DCCB3D63-489D-4B0A-E4C0-D8185CC8BD30}" dt="2025-04-16T16:18:07.334" v="650"/>
          <ac:spMkLst>
            <pc:docMk/>
            <pc:sldMk cId="668661555" sldId="285"/>
            <ac:spMk id="2" creationId="{F95C5FFE-656B-8A47-3B01-99EC387AD126}"/>
          </ac:spMkLst>
        </pc:spChg>
        <pc:spChg chg="mod ord">
          <ac:chgData name="Hesse, Samuel" userId="S::shesse3627@floridapoly.edu::84d1c00b-855e-4a75-9e50-bb53dcc600b8" providerId="AD" clId="Web-{DCCB3D63-489D-4B0A-E4C0-D8185CC8BD30}" dt="2025-04-16T16:18:07.334" v="650"/>
          <ac:spMkLst>
            <pc:docMk/>
            <pc:sldMk cId="668661555" sldId="285"/>
            <ac:spMk id="3" creationId="{A6009F07-65F6-6A43-9BEC-CC03AE5D2097}"/>
          </ac:spMkLst>
        </pc:spChg>
      </pc:sldChg>
      <pc:sldChg chg="addSp modSp new del mod modClrScheme chgLayout">
        <pc:chgData name="Hesse, Samuel" userId="S::shesse3627@floridapoly.edu::84d1c00b-855e-4a75-9e50-bb53dcc600b8" providerId="AD" clId="Web-{DCCB3D63-489D-4B0A-E4C0-D8185CC8BD30}" dt="2025-04-16T16:25:46.507" v="698"/>
        <pc:sldMkLst>
          <pc:docMk/>
          <pc:sldMk cId="866755809" sldId="286"/>
        </pc:sldMkLst>
        <pc:spChg chg="mod ord">
          <ac:chgData name="Hesse, Samuel" userId="S::shesse3627@floridapoly.edu::84d1c00b-855e-4a75-9e50-bb53dcc600b8" providerId="AD" clId="Web-{DCCB3D63-489D-4B0A-E4C0-D8185CC8BD30}" dt="2025-04-16T16:18:07.334" v="650"/>
          <ac:spMkLst>
            <pc:docMk/>
            <pc:sldMk cId="866755809" sldId="286"/>
            <ac:spMk id="2" creationId="{94D2B82C-98B1-56B1-13C6-BEEF404743AB}"/>
          </ac:spMkLst>
        </pc:spChg>
        <pc:spChg chg="mod ord">
          <ac:chgData name="Hesse, Samuel" userId="S::shesse3627@floridapoly.edu::84d1c00b-855e-4a75-9e50-bb53dcc600b8" providerId="AD" clId="Web-{DCCB3D63-489D-4B0A-E4C0-D8185CC8BD30}" dt="2025-04-16T16:18:07.334" v="650"/>
          <ac:spMkLst>
            <pc:docMk/>
            <pc:sldMk cId="866755809" sldId="286"/>
            <ac:spMk id="3" creationId="{4C66E13A-5769-02A3-E2EF-2B5D14C7DB5A}"/>
          </ac:spMkLst>
        </pc:spChg>
        <pc:picChg chg="add mod">
          <ac:chgData name="Hesse, Samuel" userId="S::shesse3627@floridapoly.edu::84d1c00b-855e-4a75-9e50-bb53dcc600b8" providerId="AD" clId="Web-{DCCB3D63-489D-4B0A-E4C0-D8185CC8BD30}" dt="2025-04-16T16:17:18.052" v="643" actId="1076"/>
          <ac:picMkLst>
            <pc:docMk/>
            <pc:sldMk cId="866755809" sldId="286"/>
            <ac:picMk id="4" creationId="{FF1F03BA-5F94-6218-DC2D-0C816B4A754F}"/>
          </ac:picMkLst>
        </pc:picChg>
        <pc:picChg chg="add mod">
          <ac:chgData name="Hesse, Samuel" userId="S::shesse3627@floridapoly.edu::84d1c00b-855e-4a75-9e50-bb53dcc600b8" providerId="AD" clId="Web-{DCCB3D63-489D-4B0A-E4C0-D8185CC8BD30}" dt="2025-04-16T16:17:29.912" v="645" actId="1076"/>
          <ac:picMkLst>
            <pc:docMk/>
            <pc:sldMk cId="866755809" sldId="286"/>
            <ac:picMk id="5" creationId="{CA28EF5B-5A6E-2655-E8A6-1A353D0ECFB6}"/>
          </ac:picMkLst>
        </pc:picChg>
      </pc:sldChg>
      <pc:sldChg chg="add replId">
        <pc:chgData name="Hesse, Samuel" userId="S::shesse3627@floridapoly.edu::84d1c00b-855e-4a75-9e50-bb53dcc600b8" providerId="AD" clId="Web-{DCCB3D63-489D-4B0A-E4C0-D8185CC8BD30}" dt="2025-04-16T16:22:39.850" v="655"/>
        <pc:sldMkLst>
          <pc:docMk/>
          <pc:sldMk cId="738735677" sldId="287"/>
        </pc:sldMkLst>
      </pc:sldChg>
      <pc:sldChg chg="addSp delSp modSp add replId">
        <pc:chgData name="Hesse, Samuel" userId="S::shesse3627@floridapoly.edu::84d1c00b-855e-4a75-9e50-bb53dcc600b8" providerId="AD" clId="Web-{DCCB3D63-489D-4B0A-E4C0-D8185CC8BD30}" dt="2025-04-16T16:32:24.118" v="703" actId="20577"/>
        <pc:sldMkLst>
          <pc:docMk/>
          <pc:sldMk cId="3566842499" sldId="288"/>
        </pc:sldMkLst>
        <pc:spChg chg="mod">
          <ac:chgData name="Hesse, Samuel" userId="S::shesse3627@floridapoly.edu::84d1c00b-855e-4a75-9e50-bb53dcc600b8" providerId="AD" clId="Web-{DCCB3D63-489D-4B0A-E4C0-D8185CC8BD30}" dt="2025-04-16T16:24:49.554" v="693" actId="20577"/>
          <ac:spMkLst>
            <pc:docMk/>
            <pc:sldMk cId="3566842499" sldId="288"/>
            <ac:spMk id="2" creationId="{780CA21B-8CAD-3322-7D3A-CBBFDE4F6FB7}"/>
          </ac:spMkLst>
        </pc:spChg>
        <pc:spChg chg="del">
          <ac:chgData name="Hesse, Samuel" userId="S::shesse3627@floridapoly.edu::84d1c00b-855e-4a75-9e50-bb53dcc600b8" providerId="AD" clId="Web-{DCCB3D63-489D-4B0A-E4C0-D8185CC8BD30}" dt="2025-04-16T16:24:35.788" v="667"/>
          <ac:spMkLst>
            <pc:docMk/>
            <pc:sldMk cId="3566842499" sldId="288"/>
            <ac:spMk id="3" creationId="{397ABC54-00AD-9C7C-C59F-8E5BFAB92B07}"/>
          </ac:spMkLst>
        </pc:spChg>
        <pc:spChg chg="add del mod">
          <ac:chgData name="Hesse, Samuel" userId="S::shesse3627@floridapoly.edu::84d1c00b-855e-4a75-9e50-bb53dcc600b8" providerId="AD" clId="Web-{DCCB3D63-489D-4B0A-E4C0-D8185CC8BD30}" dt="2025-04-16T16:25:07.382" v="695"/>
          <ac:spMkLst>
            <pc:docMk/>
            <pc:sldMk cId="3566842499" sldId="288"/>
            <ac:spMk id="5" creationId="{76A99BB0-1913-CE17-CB31-7935C6917599}"/>
          </ac:spMkLst>
        </pc:spChg>
        <pc:spChg chg="add mod">
          <ac:chgData name="Hesse, Samuel" userId="S::shesse3627@floridapoly.edu::84d1c00b-855e-4a75-9e50-bb53dcc600b8" providerId="AD" clId="Web-{DCCB3D63-489D-4B0A-E4C0-D8185CC8BD30}" dt="2025-04-16T16:32:24.118" v="703" actId="20577"/>
          <ac:spMkLst>
            <pc:docMk/>
            <pc:sldMk cId="3566842499" sldId="288"/>
            <ac:spMk id="7" creationId="{67CEFAA0-8F9C-3B1A-0C3A-B1EDAD79AD4A}"/>
          </ac:spMkLst>
        </pc:spChg>
        <pc:picChg chg="add">
          <ac:chgData name="Hesse, Samuel" userId="S::shesse3627@floridapoly.edu::84d1c00b-855e-4a75-9e50-bb53dcc600b8" providerId="AD" clId="Web-{DCCB3D63-489D-4B0A-E4C0-D8185CC8BD30}" dt="2025-04-16T16:25:19.476" v="696"/>
          <ac:picMkLst>
            <pc:docMk/>
            <pc:sldMk cId="3566842499" sldId="288"/>
            <ac:picMk id="11" creationId="{EB57D058-19C4-8C8B-395A-91B07132B528}"/>
          </ac:picMkLst>
        </pc:picChg>
        <pc:picChg chg="add">
          <ac:chgData name="Hesse, Samuel" userId="S::shesse3627@floridapoly.edu::84d1c00b-855e-4a75-9e50-bb53dcc600b8" providerId="AD" clId="Web-{DCCB3D63-489D-4B0A-E4C0-D8185CC8BD30}" dt="2025-04-16T16:25:29.648" v="697"/>
          <ac:picMkLst>
            <pc:docMk/>
            <pc:sldMk cId="3566842499" sldId="288"/>
            <ac:picMk id="15" creationId="{0A7FEAEF-A029-B54D-E1B2-54DB4916E3E1}"/>
          </ac:picMkLst>
        </pc:picChg>
      </pc:sldChg>
      <pc:sldMasterChg chg="add del addSldLayout delSldLayout">
        <pc:chgData name="Hesse, Samuel" userId="S::shesse3627@floridapoly.edu::84d1c00b-855e-4a75-9e50-bb53dcc600b8" providerId="AD" clId="Web-{DCCB3D63-489D-4B0A-E4C0-D8185CC8BD30}" dt="2025-04-16T16:18:07.334" v="650"/>
        <pc:sldMasterMkLst>
          <pc:docMk/>
          <pc:sldMasterMk cId="2460954070" sldId="2147483660"/>
        </pc:sldMasterMkLst>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2385387890" sldId="2147483661"/>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949138452" sldId="2147483662"/>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2591524520" sldId="2147483663"/>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1203092039" sldId="2147483664"/>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3733172339" sldId="2147483665"/>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3210312558" sldId="2147483666"/>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3146388984" sldId="2147483667"/>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3171841454" sldId="2147483668"/>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1718958274" sldId="2147483669"/>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2202905451" sldId="2147483670"/>
          </pc:sldLayoutMkLst>
        </pc:sldLayoutChg>
        <pc:sldLayoutChg chg="add del">
          <pc:chgData name="Hesse, Samuel" userId="S::shesse3627@floridapoly.edu::84d1c00b-855e-4a75-9e50-bb53dcc600b8" providerId="AD" clId="Web-{DCCB3D63-489D-4B0A-E4C0-D8185CC8BD30}" dt="2025-04-16T16:18:07.334" v="650"/>
          <pc:sldLayoutMkLst>
            <pc:docMk/>
            <pc:sldMasterMk cId="2460954070" sldId="2147483660"/>
            <pc:sldLayoutMk cId="3479445657" sldId="2147483671"/>
          </pc:sldLayoutMkLst>
        </pc:sldLayoutChg>
      </pc:sldMasterChg>
      <pc:sldMasterChg chg="add del addSldLayout delSldLayout modSldLayout">
        <pc:chgData name="Hesse, Samuel" userId="S::shesse3627@floridapoly.edu::84d1c00b-855e-4a75-9e50-bb53dcc600b8" providerId="AD" clId="Web-{DCCB3D63-489D-4B0A-E4C0-D8185CC8BD30}" dt="2025-04-16T16:18:07.334" v="650"/>
        <pc:sldMasterMkLst>
          <pc:docMk/>
          <pc:sldMasterMk cId="3025216480" sldId="2147483672"/>
        </pc:sldMasterMkLst>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2567944162" sldId="2147483673"/>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1451684532" sldId="2147483674"/>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1658467577" sldId="2147483675"/>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1454688231" sldId="2147483676"/>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3606599394" sldId="2147483677"/>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3451705377" sldId="2147483678"/>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2242468375" sldId="2147483679"/>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3407733272" sldId="2147483680"/>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3751926586" sldId="2147483681"/>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3288331977" sldId="2147483682"/>
          </pc:sldLayoutMkLst>
        </pc:sldLayoutChg>
        <pc:sldLayoutChg chg="add del mod replId">
          <pc:chgData name="Hesse, Samuel" userId="S::shesse3627@floridapoly.edu::84d1c00b-855e-4a75-9e50-bb53dcc600b8" providerId="AD" clId="Web-{DCCB3D63-489D-4B0A-E4C0-D8185CC8BD30}" dt="2025-04-16T16:18:07.334" v="650"/>
          <pc:sldLayoutMkLst>
            <pc:docMk/>
            <pc:sldMasterMk cId="3025216480" sldId="2147483672"/>
            <pc:sldLayoutMk cId="3891290644" sldId="2147483683"/>
          </pc:sldLayoutMkLst>
        </pc:sldLayoutChg>
      </pc:sldMasterChg>
    </pc:docChg>
  </pc:docChgLst>
  <pc:docChgLst>
    <pc:chgData name="Ricci, Nicholas" userId="43913b12-e7b8-463b-9ffa-a973981846e3" providerId="ADAL" clId="{75EF2C96-F48D-4EF4-B849-D670CB8F1907}"/>
    <pc:docChg chg="undo redo custSel addSld delSld modSld sldOrd">
      <pc:chgData name="Ricci, Nicholas" userId="43913b12-e7b8-463b-9ffa-a973981846e3" providerId="ADAL" clId="{75EF2C96-F48D-4EF4-B849-D670CB8F1907}" dt="2025-04-14T15:23:59.202" v="4894" actId="20577"/>
      <pc:docMkLst>
        <pc:docMk/>
      </pc:docMkLst>
      <pc:sldChg chg="del">
        <pc:chgData name="Ricci, Nicholas" userId="43913b12-e7b8-463b-9ffa-a973981846e3" providerId="ADAL" clId="{75EF2C96-F48D-4EF4-B849-D670CB8F1907}" dt="2025-03-24T18:34:36.708" v="7" actId="47"/>
        <pc:sldMkLst>
          <pc:docMk/>
          <pc:sldMk cId="109857222" sldId="256"/>
        </pc:sldMkLst>
      </pc:sldChg>
      <pc:sldChg chg="modNotesTx">
        <pc:chgData name="Ricci, Nicholas" userId="43913b12-e7b8-463b-9ffa-a973981846e3" providerId="ADAL" clId="{75EF2C96-F48D-4EF4-B849-D670CB8F1907}" dt="2025-03-31T16:13:10.321" v="1756" actId="20577"/>
        <pc:sldMkLst>
          <pc:docMk/>
          <pc:sldMk cId="686431365" sldId="258"/>
        </pc:sldMkLst>
      </pc:sldChg>
      <pc:sldChg chg="modSp mod modNotesTx">
        <pc:chgData name="Ricci, Nicholas" userId="43913b12-e7b8-463b-9ffa-a973981846e3" providerId="ADAL" clId="{75EF2C96-F48D-4EF4-B849-D670CB8F1907}" dt="2025-04-07T14:13:49.347" v="2676" actId="20577"/>
        <pc:sldMkLst>
          <pc:docMk/>
          <pc:sldMk cId="3583200531" sldId="259"/>
        </pc:sldMkLst>
        <pc:spChg chg="mod">
          <ac:chgData name="Ricci, Nicholas" userId="43913b12-e7b8-463b-9ffa-a973981846e3" providerId="ADAL" clId="{75EF2C96-F48D-4EF4-B849-D670CB8F1907}" dt="2025-03-24T18:33:37.318" v="2" actId="14100"/>
          <ac:spMkLst>
            <pc:docMk/>
            <pc:sldMk cId="3583200531" sldId="259"/>
            <ac:spMk id="2" creationId="{FD116808-A2A7-3936-44AB-A6557F80142B}"/>
          </ac:spMkLst>
        </pc:spChg>
        <pc:graphicFrameChg chg="mod modGraphic">
          <ac:chgData name="Ricci, Nicholas" userId="43913b12-e7b8-463b-9ffa-a973981846e3" providerId="ADAL" clId="{75EF2C96-F48D-4EF4-B849-D670CB8F1907}" dt="2025-03-28T17:38:22.590" v="1548" actId="20577"/>
          <ac:graphicFrameMkLst>
            <pc:docMk/>
            <pc:sldMk cId="3583200531" sldId="259"/>
            <ac:graphicFrameMk id="17" creationId="{D5A76EF4-CD9A-BC49-1E62-23B16A1202FB}"/>
          </ac:graphicFrameMkLst>
        </pc:graphicFrameChg>
      </pc:sldChg>
      <pc:sldChg chg="addSp delSp modSp mod setBg modNotesTx">
        <pc:chgData name="Ricci, Nicholas" userId="43913b12-e7b8-463b-9ffa-a973981846e3" providerId="ADAL" clId="{75EF2C96-F48D-4EF4-B849-D670CB8F1907}" dt="2025-04-12T14:42:29.955" v="4875" actId="20577"/>
        <pc:sldMkLst>
          <pc:docMk/>
          <pc:sldMk cId="1433949439" sldId="260"/>
        </pc:sldMkLst>
        <pc:spChg chg="mod">
          <ac:chgData name="Ricci, Nicholas" userId="43913b12-e7b8-463b-9ffa-a973981846e3" providerId="ADAL" clId="{75EF2C96-F48D-4EF4-B849-D670CB8F1907}" dt="2025-03-24T19:01:20.093" v="248" actId="122"/>
          <ac:spMkLst>
            <pc:docMk/>
            <pc:sldMk cId="1433949439" sldId="260"/>
            <ac:spMk id="2" creationId="{F1898BA9-9930-62BB-5E1F-19B736DCFD65}"/>
          </ac:spMkLst>
        </pc:spChg>
        <pc:spChg chg="mod">
          <ac:chgData name="Ricci, Nicholas" userId="43913b12-e7b8-463b-9ffa-a973981846e3" providerId="ADAL" clId="{75EF2C96-F48D-4EF4-B849-D670CB8F1907}" dt="2025-04-12T14:42:29.955" v="4875" actId="20577"/>
          <ac:spMkLst>
            <pc:docMk/>
            <pc:sldMk cId="1433949439" sldId="260"/>
            <ac:spMk id="4" creationId="{2E7B76A5-E570-C6E1-04D9-B8D937887944}"/>
          </ac:spMkLst>
        </pc:spChg>
        <pc:spChg chg="add">
          <ac:chgData name="Ricci, Nicholas" userId="43913b12-e7b8-463b-9ffa-a973981846e3" providerId="ADAL" clId="{75EF2C96-F48D-4EF4-B849-D670CB8F1907}" dt="2025-03-24T18:58:39.729" v="202" actId="26606"/>
          <ac:spMkLst>
            <pc:docMk/>
            <pc:sldMk cId="1433949439" sldId="260"/>
            <ac:spMk id="16" creationId="{B712E947-0734-45F9-9C4F-41114EC3A33E}"/>
          </ac:spMkLst>
        </pc:spChg>
        <pc:grpChg chg="add">
          <ac:chgData name="Ricci, Nicholas" userId="43913b12-e7b8-463b-9ffa-a973981846e3" providerId="ADAL" clId="{75EF2C96-F48D-4EF4-B849-D670CB8F1907}" dt="2025-03-24T18:58:39.729" v="202" actId="26606"/>
          <ac:grpSpMkLst>
            <pc:docMk/>
            <pc:sldMk cId="1433949439" sldId="260"/>
            <ac:grpSpMk id="18" creationId="{12B3290A-D3BF-4B87-B55B-FD9A98B49727}"/>
          </ac:grpSpMkLst>
        </pc:grpChg>
        <pc:picChg chg="add mod">
          <ac:chgData name="Ricci, Nicholas" userId="43913b12-e7b8-463b-9ffa-a973981846e3" providerId="ADAL" clId="{75EF2C96-F48D-4EF4-B849-D670CB8F1907}" dt="2025-04-12T03:13:17.933" v="3649" actId="14100"/>
          <ac:picMkLst>
            <pc:docMk/>
            <pc:sldMk cId="1433949439" sldId="260"/>
            <ac:picMk id="12" creationId="{0F16A57B-AF31-8F21-E7ED-93B20BE257A0}"/>
          </ac:picMkLst>
        </pc:picChg>
      </pc:sldChg>
      <pc:sldChg chg="modSp mod modNotesTx">
        <pc:chgData name="Ricci, Nicholas" userId="43913b12-e7b8-463b-9ffa-a973981846e3" providerId="ADAL" clId="{75EF2C96-F48D-4EF4-B849-D670CB8F1907}" dt="2025-04-07T15:29:56.403" v="2714" actId="20577"/>
        <pc:sldMkLst>
          <pc:docMk/>
          <pc:sldMk cId="1696651293" sldId="261"/>
        </pc:sldMkLst>
        <pc:spChg chg="mod">
          <ac:chgData name="Ricci, Nicholas" userId="43913b12-e7b8-463b-9ffa-a973981846e3" providerId="ADAL" clId="{75EF2C96-F48D-4EF4-B849-D670CB8F1907}" dt="2025-03-26T16:08:19.677" v="344" actId="122"/>
          <ac:spMkLst>
            <pc:docMk/>
            <pc:sldMk cId="1696651293" sldId="261"/>
            <ac:spMk id="2" creationId="{95FAF4D8-267D-00E0-A53F-1C04301620D6}"/>
          </ac:spMkLst>
        </pc:spChg>
        <pc:spChg chg="mod">
          <ac:chgData name="Ricci, Nicholas" userId="43913b12-e7b8-463b-9ffa-a973981846e3" providerId="ADAL" clId="{75EF2C96-F48D-4EF4-B849-D670CB8F1907}" dt="2025-04-07T15:29:56.403" v="2714" actId="20577"/>
          <ac:spMkLst>
            <pc:docMk/>
            <pc:sldMk cId="1696651293" sldId="261"/>
            <ac:spMk id="5" creationId="{14D369E3-BA5A-4F88-DA71-58CCC332AF12}"/>
          </ac:spMkLst>
        </pc:spChg>
      </pc:sldChg>
      <pc:sldChg chg="addSp delSp modSp mod modNotesTx">
        <pc:chgData name="Ricci, Nicholas" userId="43913b12-e7b8-463b-9ffa-a973981846e3" providerId="ADAL" clId="{75EF2C96-F48D-4EF4-B849-D670CB8F1907}" dt="2025-04-12T14:17:49.468" v="4486" actId="20577"/>
        <pc:sldMkLst>
          <pc:docMk/>
          <pc:sldMk cId="2179079293" sldId="262"/>
        </pc:sldMkLst>
        <pc:spChg chg="mod">
          <ac:chgData name="Ricci, Nicholas" userId="43913b12-e7b8-463b-9ffa-a973981846e3" providerId="ADAL" clId="{75EF2C96-F48D-4EF4-B849-D670CB8F1907}" dt="2025-04-12T03:14:01.263" v="3657" actId="1076"/>
          <ac:spMkLst>
            <pc:docMk/>
            <pc:sldMk cId="2179079293" sldId="262"/>
            <ac:spMk id="3" creationId="{C0495BBB-C94B-B065-635B-430FDA9EC156}"/>
          </ac:spMkLst>
        </pc:spChg>
        <pc:spChg chg="add mod">
          <ac:chgData name="Ricci, Nicholas" userId="43913b12-e7b8-463b-9ffa-a973981846e3" providerId="ADAL" clId="{75EF2C96-F48D-4EF4-B849-D670CB8F1907}" dt="2025-04-12T14:17:49.468" v="4486" actId="20577"/>
          <ac:spMkLst>
            <pc:docMk/>
            <pc:sldMk cId="2179079293" sldId="262"/>
            <ac:spMk id="4" creationId="{AC2DECAF-E79E-32FC-9CE4-AEA604DF12EE}"/>
          </ac:spMkLst>
        </pc:spChg>
      </pc:sldChg>
      <pc:sldChg chg="addSp delSp modSp mod modNotesTx">
        <pc:chgData name="Ricci, Nicholas" userId="43913b12-e7b8-463b-9ffa-a973981846e3" providerId="ADAL" clId="{75EF2C96-F48D-4EF4-B849-D670CB8F1907}" dt="2025-04-07T15:24:38.768" v="2711" actId="20577"/>
        <pc:sldMkLst>
          <pc:docMk/>
          <pc:sldMk cId="825856741" sldId="263"/>
        </pc:sldMkLst>
        <pc:spChg chg="add mod">
          <ac:chgData name="Ricci, Nicholas" userId="43913b12-e7b8-463b-9ffa-a973981846e3" providerId="ADAL" clId="{75EF2C96-F48D-4EF4-B849-D670CB8F1907}" dt="2025-03-31T16:23:08.625" v="1774" actId="12"/>
          <ac:spMkLst>
            <pc:docMk/>
            <pc:sldMk cId="825856741" sldId="263"/>
            <ac:spMk id="5" creationId="{9D05E413-B8A7-6D8F-AD07-36E4FEFAF7A6}"/>
          </ac:spMkLst>
        </pc:spChg>
      </pc:sldChg>
      <pc:sldChg chg="modNotesTx">
        <pc:chgData name="Ricci, Nicholas" userId="43913b12-e7b8-463b-9ffa-a973981846e3" providerId="ADAL" clId="{75EF2C96-F48D-4EF4-B849-D670CB8F1907}" dt="2025-04-07T15:24:30.233" v="2702" actId="20577"/>
        <pc:sldMkLst>
          <pc:docMk/>
          <pc:sldMk cId="2423233483" sldId="264"/>
        </pc:sldMkLst>
      </pc:sldChg>
      <pc:sldChg chg="delSp add ord setBg delDesignElem">
        <pc:chgData name="Ricci, Nicholas" userId="43913b12-e7b8-463b-9ffa-a973981846e3" providerId="ADAL" clId="{75EF2C96-F48D-4EF4-B849-D670CB8F1907}" dt="2025-03-24T18:34:33.697" v="6"/>
        <pc:sldMkLst>
          <pc:docMk/>
          <pc:sldMk cId="727186785" sldId="266"/>
        </pc:sldMkLst>
      </pc:sldChg>
      <pc:sldChg chg="addSp delSp modSp new mod setBg modNotesTx">
        <pc:chgData name="Ricci, Nicholas" userId="43913b12-e7b8-463b-9ffa-a973981846e3" providerId="ADAL" clId="{75EF2C96-F48D-4EF4-B849-D670CB8F1907}" dt="2025-03-31T16:11:30.522" v="1734" actId="20577"/>
        <pc:sldMkLst>
          <pc:docMk/>
          <pc:sldMk cId="1162814394" sldId="267"/>
        </pc:sldMkLst>
        <pc:spChg chg="mod">
          <ac:chgData name="Ricci, Nicholas" userId="43913b12-e7b8-463b-9ffa-a973981846e3" providerId="ADAL" clId="{75EF2C96-F48D-4EF4-B849-D670CB8F1907}" dt="2025-03-26T16:08:26.607" v="345" actId="122"/>
          <ac:spMkLst>
            <pc:docMk/>
            <pc:sldMk cId="1162814394" sldId="267"/>
            <ac:spMk id="2" creationId="{1C5F1DDB-A12B-E797-8505-E21B942B04B1}"/>
          </ac:spMkLst>
        </pc:spChg>
      </pc:sldChg>
      <pc:sldChg chg="delSp modSp add mod setBg delDesignElem">
        <pc:chgData name="Ricci, Nicholas" userId="43913b12-e7b8-463b-9ffa-a973981846e3" providerId="ADAL" clId="{75EF2C96-F48D-4EF4-B849-D670CB8F1907}" dt="2025-04-14T15:18:04.180" v="4885" actId="20577"/>
        <pc:sldMkLst>
          <pc:docMk/>
          <pc:sldMk cId="294105822" sldId="268"/>
        </pc:sldMkLst>
        <pc:spChg chg="mod">
          <ac:chgData name="Ricci, Nicholas" userId="43913b12-e7b8-463b-9ffa-a973981846e3" providerId="ADAL" clId="{75EF2C96-F48D-4EF4-B849-D670CB8F1907}" dt="2025-04-14T15:18:04.180" v="4885" actId="20577"/>
          <ac:spMkLst>
            <pc:docMk/>
            <pc:sldMk cId="294105822" sldId="268"/>
            <ac:spMk id="2" creationId="{8E613D8B-DC5F-5D5A-909F-A19816B0B9E0}"/>
          </ac:spMkLst>
        </pc:spChg>
        <pc:spChg chg="del">
          <ac:chgData name="Ricci, Nicholas" userId="43913b12-e7b8-463b-9ffa-a973981846e3" providerId="ADAL" clId="{75EF2C96-F48D-4EF4-B849-D670CB8F1907}" dt="2025-04-14T15:17:46.400" v="4877"/>
          <ac:spMkLst>
            <pc:docMk/>
            <pc:sldMk cId="294105822" sldId="268"/>
            <ac:spMk id="13" creationId="{743AA782-23D1-4521-8CAD-47662984AA08}"/>
          </ac:spMkLst>
        </pc:spChg>
        <pc:spChg chg="del">
          <ac:chgData name="Ricci, Nicholas" userId="43913b12-e7b8-463b-9ffa-a973981846e3" providerId="ADAL" clId="{75EF2C96-F48D-4EF4-B849-D670CB8F1907}" dt="2025-04-14T15:17:46.400" v="4877"/>
          <ac:spMkLst>
            <pc:docMk/>
            <pc:sldMk cId="294105822" sldId="268"/>
            <ac:spMk id="15" creationId="{650D18FE-0824-4A46-B22C-A86B52E5780A}"/>
          </ac:spMkLst>
        </pc:spChg>
      </pc:sldChg>
      <pc:sldChg chg="add modNotesTx">
        <pc:chgData name="Ricci, Nicholas" userId="43913b12-e7b8-463b-9ffa-a973981846e3" providerId="ADAL" clId="{75EF2C96-F48D-4EF4-B849-D670CB8F1907}" dt="2025-03-31T16:11:57.152" v="1746" actId="20577"/>
        <pc:sldMkLst>
          <pc:docMk/>
          <pc:sldMk cId="3734989664" sldId="268"/>
        </pc:sldMkLst>
      </pc:sldChg>
      <pc:sldChg chg="modNotesTx">
        <pc:chgData name="Ricci, Nicholas" userId="43913b12-e7b8-463b-9ffa-a973981846e3" providerId="ADAL" clId="{75EF2C96-F48D-4EF4-B849-D670CB8F1907}" dt="2025-03-31T16:12:04.789" v="1748" actId="20577"/>
        <pc:sldMkLst>
          <pc:docMk/>
          <pc:sldMk cId="1751255213" sldId="269"/>
        </pc:sldMkLst>
      </pc:sldChg>
      <pc:sldChg chg="modNotesTx">
        <pc:chgData name="Ricci, Nicholas" userId="43913b12-e7b8-463b-9ffa-a973981846e3" providerId="ADAL" clId="{75EF2C96-F48D-4EF4-B849-D670CB8F1907}" dt="2025-03-31T16:11:50.273" v="1742" actId="20577"/>
        <pc:sldMkLst>
          <pc:docMk/>
          <pc:sldMk cId="2901037788" sldId="270"/>
        </pc:sldMkLst>
      </pc:sldChg>
      <pc:sldChg chg="modNotesTx">
        <pc:chgData name="Ricci, Nicholas" userId="43913b12-e7b8-463b-9ffa-a973981846e3" providerId="ADAL" clId="{75EF2C96-F48D-4EF4-B849-D670CB8F1907}" dt="2025-03-31T16:11:41.635" v="1740" actId="20577"/>
        <pc:sldMkLst>
          <pc:docMk/>
          <pc:sldMk cId="1685761757" sldId="271"/>
        </pc:sldMkLst>
      </pc:sldChg>
      <pc:sldChg chg="modSp del mod ord">
        <pc:chgData name="Ricci, Nicholas" userId="43913b12-e7b8-463b-9ffa-a973981846e3" providerId="ADAL" clId="{75EF2C96-F48D-4EF4-B849-D670CB8F1907}" dt="2025-03-28T17:52:23.472" v="1656" actId="47"/>
        <pc:sldMkLst>
          <pc:docMk/>
          <pc:sldMk cId="3355992387" sldId="272"/>
        </pc:sldMkLst>
      </pc:sldChg>
      <pc:sldChg chg="modSp modNotesTx">
        <pc:chgData name="Ricci, Nicholas" userId="43913b12-e7b8-463b-9ffa-a973981846e3" providerId="ADAL" clId="{75EF2C96-F48D-4EF4-B849-D670CB8F1907}" dt="2025-03-31T16:13:15.070" v="1758" actId="20577"/>
        <pc:sldMkLst>
          <pc:docMk/>
          <pc:sldMk cId="1825437390" sldId="273"/>
        </pc:sldMkLst>
        <pc:graphicFrameChg chg="mod">
          <ac:chgData name="Ricci, Nicholas" userId="43913b12-e7b8-463b-9ffa-a973981846e3" providerId="ADAL" clId="{75EF2C96-F48D-4EF4-B849-D670CB8F1907}" dt="2025-03-27T08:09:53.674" v="595" actId="20577"/>
          <ac:graphicFrameMkLst>
            <pc:docMk/>
            <pc:sldMk cId="1825437390" sldId="273"/>
            <ac:graphicFrameMk id="5" creationId="{AD937913-74EC-16DD-9EFB-8E18C070CAF4}"/>
          </ac:graphicFrameMkLst>
        </pc:graphicFrameChg>
      </pc:sldChg>
      <pc:sldChg chg="delSp modSp add mod modNotesTx">
        <pc:chgData name="Ricci, Nicholas" userId="43913b12-e7b8-463b-9ffa-a973981846e3" providerId="ADAL" clId="{75EF2C96-F48D-4EF4-B849-D670CB8F1907}" dt="2025-04-14T15:23:59.202" v="4894" actId="20577"/>
        <pc:sldMkLst>
          <pc:docMk/>
          <pc:sldMk cId="799245451" sldId="274"/>
        </pc:sldMkLst>
        <pc:spChg chg="mod">
          <ac:chgData name="Ricci, Nicholas" userId="43913b12-e7b8-463b-9ffa-a973981846e3" providerId="ADAL" clId="{75EF2C96-F48D-4EF4-B849-D670CB8F1907}" dt="2025-03-29T20:48:44.708" v="1720" actId="20577"/>
          <ac:spMkLst>
            <pc:docMk/>
            <pc:sldMk cId="799245451" sldId="274"/>
            <ac:spMk id="2" creationId="{B6A256BD-373F-F4C2-751B-C04158BBABFE}"/>
          </ac:spMkLst>
        </pc:spChg>
        <pc:spChg chg="mod">
          <ac:chgData name="Ricci, Nicholas" userId="43913b12-e7b8-463b-9ffa-a973981846e3" providerId="ADAL" clId="{75EF2C96-F48D-4EF4-B849-D670CB8F1907}" dt="2025-04-14T15:23:59.202" v="4894" actId="20577"/>
          <ac:spMkLst>
            <pc:docMk/>
            <pc:sldMk cId="799245451" sldId="274"/>
            <ac:spMk id="5" creationId="{744FECEB-A965-543E-6D9B-7A9DFC63DA4A}"/>
          </ac:spMkLst>
        </pc:spChg>
      </pc:sldChg>
      <pc:sldChg chg="modSp new del mod">
        <pc:chgData name="Ricci, Nicholas" userId="43913b12-e7b8-463b-9ffa-a973981846e3" providerId="ADAL" clId="{75EF2C96-F48D-4EF4-B849-D670CB8F1907}" dt="2025-03-28T15:53:53.751" v="746" actId="47"/>
        <pc:sldMkLst>
          <pc:docMk/>
          <pc:sldMk cId="1249257978" sldId="274"/>
        </pc:sldMkLst>
      </pc:sldChg>
      <pc:sldChg chg="new del">
        <pc:chgData name="Ricci, Nicholas" userId="43913b12-e7b8-463b-9ffa-a973981846e3" providerId="ADAL" clId="{75EF2C96-F48D-4EF4-B849-D670CB8F1907}" dt="2025-03-28T15:54:51.467" v="780" actId="47"/>
        <pc:sldMkLst>
          <pc:docMk/>
          <pc:sldMk cId="2101512715" sldId="275"/>
        </pc:sldMkLst>
      </pc:sldChg>
      <pc:sldChg chg="addSp modSp add mod ord modNotesTx">
        <pc:chgData name="Ricci, Nicholas" userId="43913b12-e7b8-463b-9ffa-a973981846e3" providerId="ADAL" clId="{75EF2C96-F48D-4EF4-B849-D670CB8F1907}" dt="2025-04-07T14:14:52.266" v="2696" actId="20577"/>
        <pc:sldMkLst>
          <pc:docMk/>
          <pc:sldMk cId="2202006301" sldId="275"/>
        </pc:sldMkLst>
        <pc:spChg chg="mod">
          <ac:chgData name="Ricci, Nicholas" userId="43913b12-e7b8-463b-9ffa-a973981846e3" providerId="ADAL" clId="{75EF2C96-F48D-4EF4-B849-D670CB8F1907}" dt="2025-03-28T17:51:50.930" v="1647" actId="20577"/>
          <ac:spMkLst>
            <pc:docMk/>
            <pc:sldMk cId="2202006301" sldId="275"/>
            <ac:spMk id="2" creationId="{5E1AFCD5-4C40-352F-B9E1-35E979882988}"/>
          </ac:spMkLst>
        </pc:spChg>
        <pc:graphicFrameChg chg="add mod modGraphic">
          <ac:chgData name="Ricci, Nicholas" userId="43913b12-e7b8-463b-9ffa-a973981846e3" providerId="ADAL" clId="{75EF2C96-F48D-4EF4-B849-D670CB8F1907}" dt="2025-03-28T18:45:21.963" v="1679" actId="14100"/>
          <ac:graphicFrameMkLst>
            <pc:docMk/>
            <pc:sldMk cId="2202006301" sldId="275"/>
            <ac:graphicFrameMk id="10" creationId="{8F41785F-2BA2-5E8D-7443-107B67DD9D27}"/>
          </ac:graphicFrameMkLst>
        </pc:graphicFrameChg>
        <pc:picChg chg="add mod">
          <ac:chgData name="Ricci, Nicholas" userId="43913b12-e7b8-463b-9ffa-a973981846e3" providerId="ADAL" clId="{75EF2C96-F48D-4EF4-B849-D670CB8F1907}" dt="2025-03-28T17:55:54.325" v="1670" actId="14100"/>
          <ac:picMkLst>
            <pc:docMk/>
            <pc:sldMk cId="2202006301" sldId="275"/>
            <ac:picMk id="3" creationId="{CC809853-55F8-7AB8-2CE7-245873B5D5FF}"/>
          </ac:picMkLst>
        </pc:picChg>
        <pc:picChg chg="add mod">
          <ac:chgData name="Ricci, Nicholas" userId="43913b12-e7b8-463b-9ffa-a973981846e3" providerId="ADAL" clId="{75EF2C96-F48D-4EF4-B849-D670CB8F1907}" dt="2025-03-28T17:55:50.618" v="1669" actId="14100"/>
          <ac:picMkLst>
            <pc:docMk/>
            <pc:sldMk cId="2202006301" sldId="275"/>
            <ac:picMk id="4" creationId="{9FAB5CAE-65D0-3E21-05EF-A3CF2B11C473}"/>
          </ac:picMkLst>
        </pc:picChg>
        <pc:picChg chg="add mod">
          <ac:chgData name="Ricci, Nicholas" userId="43913b12-e7b8-463b-9ffa-a973981846e3" providerId="ADAL" clId="{75EF2C96-F48D-4EF4-B849-D670CB8F1907}" dt="2025-03-28T17:56:03.025" v="1672" actId="14100"/>
          <ac:picMkLst>
            <pc:docMk/>
            <pc:sldMk cId="2202006301" sldId="275"/>
            <ac:picMk id="7" creationId="{2923A5AF-677D-2383-F52B-FADF4B375984}"/>
          </ac:picMkLst>
        </pc:picChg>
      </pc:sldChg>
      <pc:sldChg chg="modSp add del mod">
        <pc:chgData name="Ricci, Nicholas" userId="43913b12-e7b8-463b-9ffa-a973981846e3" providerId="ADAL" clId="{75EF2C96-F48D-4EF4-B849-D670CB8F1907}" dt="2025-03-28T16:28:51.463" v="900" actId="47"/>
        <pc:sldMkLst>
          <pc:docMk/>
          <pc:sldMk cId="3095688406" sldId="275"/>
        </pc:sldMkLst>
      </pc:sldChg>
      <pc:sldChg chg="new del">
        <pc:chgData name="Ricci, Nicholas" userId="43913b12-e7b8-463b-9ffa-a973981846e3" providerId="ADAL" clId="{75EF2C96-F48D-4EF4-B849-D670CB8F1907}" dt="2025-03-28T15:55:08.027" v="782" actId="47"/>
        <pc:sldMkLst>
          <pc:docMk/>
          <pc:sldMk cId="3416289574" sldId="275"/>
        </pc:sldMkLst>
      </pc:sldChg>
      <pc:sldChg chg="modSp add mod modNotesTx">
        <pc:chgData name="Ricci, Nicholas" userId="43913b12-e7b8-463b-9ffa-a973981846e3" providerId="ADAL" clId="{75EF2C96-F48D-4EF4-B849-D670CB8F1907}" dt="2025-04-07T14:14:09.622" v="2684" actId="20577"/>
        <pc:sldMkLst>
          <pc:docMk/>
          <pc:sldMk cId="959960164" sldId="276"/>
        </pc:sldMkLst>
        <pc:spChg chg="mod">
          <ac:chgData name="Ricci, Nicholas" userId="43913b12-e7b8-463b-9ffa-a973981846e3" providerId="ADAL" clId="{75EF2C96-F48D-4EF4-B849-D670CB8F1907}" dt="2025-03-29T20:48:48.430" v="1722" actId="20577"/>
          <ac:spMkLst>
            <pc:docMk/>
            <pc:sldMk cId="959960164" sldId="276"/>
            <ac:spMk id="2" creationId="{F140E05C-40FC-8748-DCC8-C400D4EAD704}"/>
          </ac:spMkLst>
        </pc:spChg>
      </pc:sldChg>
      <pc:sldChg chg="addSp delSp modSp mod modNotesTx">
        <pc:chgData name="Ricci, Nicholas" userId="43913b12-e7b8-463b-9ffa-a973981846e3" providerId="ADAL" clId="{75EF2C96-F48D-4EF4-B849-D670CB8F1907}" dt="2025-04-12T02:55:15.140" v="3490" actId="14100"/>
        <pc:sldMkLst>
          <pc:docMk/>
          <pc:sldMk cId="934124461" sldId="277"/>
        </pc:sldMkLst>
      </pc:sldChg>
      <pc:sldChg chg="new del">
        <pc:chgData name="Ricci, Nicholas" userId="43913b12-e7b8-463b-9ffa-a973981846e3" providerId="ADAL" clId="{75EF2C96-F48D-4EF4-B849-D670CB8F1907}" dt="2025-03-31T16:41:37.838" v="1777" actId="47"/>
        <pc:sldMkLst>
          <pc:docMk/>
          <pc:sldMk cId="1230118936" sldId="277"/>
        </pc:sldMkLst>
      </pc:sldChg>
      <pc:sldChg chg="add del">
        <pc:chgData name="Ricci, Nicholas" userId="43913b12-e7b8-463b-9ffa-a973981846e3" providerId="ADAL" clId="{75EF2C96-F48D-4EF4-B849-D670CB8F1907}" dt="2025-03-31T16:41:56.176" v="1779" actId="47"/>
        <pc:sldMkLst>
          <pc:docMk/>
          <pc:sldMk cId="2840419112" sldId="277"/>
        </pc:sldMkLst>
      </pc:sldChg>
      <pc:sldChg chg="modSp mod">
        <pc:chgData name="Ricci, Nicholas" userId="43913b12-e7b8-463b-9ffa-a973981846e3" providerId="ADAL" clId="{75EF2C96-F48D-4EF4-B849-D670CB8F1907}" dt="2025-04-02T16:45:17.398" v="2644" actId="20577"/>
        <pc:sldMkLst>
          <pc:docMk/>
          <pc:sldMk cId="3898229044" sldId="278"/>
        </pc:sldMkLst>
      </pc:sldChg>
      <pc:sldChg chg="addSp delSp modSp add mod ord modNotesTx">
        <pc:chgData name="Ricci, Nicholas" userId="43913b12-e7b8-463b-9ffa-a973981846e3" providerId="ADAL" clId="{75EF2C96-F48D-4EF4-B849-D670CB8F1907}" dt="2025-04-12T14:41:44.677" v="4872" actId="20577"/>
        <pc:sldMkLst>
          <pc:docMk/>
          <pc:sldMk cId="897577088" sldId="283"/>
        </pc:sldMkLst>
        <pc:spChg chg="mod">
          <ac:chgData name="Ricci, Nicholas" userId="43913b12-e7b8-463b-9ffa-a973981846e3" providerId="ADAL" clId="{75EF2C96-F48D-4EF4-B849-D670CB8F1907}" dt="2025-04-12T14:19:54.252" v="4551" actId="404"/>
          <ac:spMkLst>
            <pc:docMk/>
            <pc:sldMk cId="897577088" sldId="283"/>
            <ac:spMk id="2" creationId="{8DE246FB-5426-B5C9-E2CF-B5DEE7DD86AC}"/>
          </ac:spMkLst>
        </pc:spChg>
        <pc:graphicFrameChg chg="add mod">
          <ac:chgData name="Ricci, Nicholas" userId="43913b12-e7b8-463b-9ffa-a973981846e3" providerId="ADAL" clId="{75EF2C96-F48D-4EF4-B849-D670CB8F1907}" dt="2025-04-12T14:37:55.780" v="4869"/>
          <ac:graphicFrameMkLst>
            <pc:docMk/>
            <pc:sldMk cId="897577088" sldId="283"/>
            <ac:graphicFrameMk id="18" creationId="{979BD812-E933-B0A1-EC4D-97CCDE3F3D26}"/>
          </ac:graphicFrameMkLst>
        </pc:graphicFrameChg>
      </pc:sldChg>
      <pc:sldChg chg="delSp modSp add mod setBg delDesignElem">
        <pc:chgData name="Ricci, Nicholas" userId="43913b12-e7b8-463b-9ffa-a973981846e3" providerId="ADAL" clId="{75EF2C96-F48D-4EF4-B849-D670CB8F1907}" dt="2025-04-14T15:18:14.088" v="4893" actId="20577"/>
        <pc:sldMkLst>
          <pc:docMk/>
          <pc:sldMk cId="668661555" sldId="285"/>
        </pc:sldMkLst>
        <pc:spChg chg="mod">
          <ac:chgData name="Ricci, Nicholas" userId="43913b12-e7b8-463b-9ffa-a973981846e3" providerId="ADAL" clId="{75EF2C96-F48D-4EF4-B849-D670CB8F1907}" dt="2025-04-14T15:18:14.088" v="4893" actId="20577"/>
          <ac:spMkLst>
            <pc:docMk/>
            <pc:sldMk cId="668661555" sldId="285"/>
            <ac:spMk id="2" creationId="{F95C5FFE-656B-8A47-3B01-99EC387AD126}"/>
          </ac:spMkLst>
        </pc:spChg>
        <pc:spChg chg="del">
          <ac:chgData name="Ricci, Nicholas" userId="43913b12-e7b8-463b-9ffa-a973981846e3" providerId="ADAL" clId="{75EF2C96-F48D-4EF4-B849-D670CB8F1907}" dt="2025-04-14T15:17:58.137" v="4879"/>
          <ac:spMkLst>
            <pc:docMk/>
            <pc:sldMk cId="668661555" sldId="285"/>
            <ac:spMk id="34" creationId="{352BEC0E-22F8-46D0-9632-375DB541B06C}"/>
          </ac:spMkLst>
        </pc:spChg>
        <pc:spChg chg="del">
          <ac:chgData name="Ricci, Nicholas" userId="43913b12-e7b8-463b-9ffa-a973981846e3" providerId="ADAL" clId="{75EF2C96-F48D-4EF4-B849-D670CB8F1907}" dt="2025-04-14T15:17:58.137" v="4879"/>
          <ac:spMkLst>
            <pc:docMk/>
            <pc:sldMk cId="668661555" sldId="285"/>
            <ac:spMk id="35" creationId="{3FCFB1DE-0B7E-48CC-BA90-B2AB0889F9D6}"/>
          </ac:spMkLst>
        </pc:spChg>
      </pc:sldChg>
    </pc:docChg>
  </pc:docChgLst>
  <pc:docChgLst>
    <pc:chgData name="Hesse, Samuel" userId="S::shesse3627@floridapoly.edu::84d1c00b-855e-4a75-9e50-bb53dcc600b8" providerId="AD" clId="Web-{872AC31D-99E4-702D-7770-0C55BE796245}"/>
    <pc:docChg chg="addSld modSld sldOrd">
      <pc:chgData name="Hesse, Samuel" userId="S::shesse3627@floridapoly.edu::84d1c00b-855e-4a75-9e50-bb53dcc600b8" providerId="AD" clId="Web-{872AC31D-99E4-702D-7770-0C55BE796245}" dt="2025-03-24T16:51:20.463" v="344" actId="20577"/>
      <pc:docMkLst>
        <pc:docMk/>
      </pc:docMkLst>
      <pc:sldChg chg="modSp modNotes">
        <pc:chgData name="Hesse, Samuel" userId="S::shesse3627@floridapoly.edu::84d1c00b-855e-4a75-9e50-bb53dcc600b8" providerId="AD" clId="Web-{872AC31D-99E4-702D-7770-0C55BE796245}" dt="2025-03-24T16:51:20.463" v="344" actId="20577"/>
        <pc:sldMkLst>
          <pc:docMk/>
          <pc:sldMk cId="72773000" sldId="257"/>
        </pc:sldMkLst>
      </pc:sldChg>
      <pc:sldChg chg="modSp new">
        <pc:chgData name="Hesse, Samuel" userId="S::shesse3627@floridapoly.edu::84d1c00b-855e-4a75-9e50-bb53dcc600b8" providerId="AD" clId="Web-{872AC31D-99E4-702D-7770-0C55BE796245}" dt="2025-03-24T16:44:35.478" v="295" actId="20577"/>
        <pc:sldMkLst>
          <pc:docMk/>
          <pc:sldMk cId="686431365" sldId="258"/>
        </pc:sldMkLst>
        <pc:spChg chg="mod">
          <ac:chgData name="Hesse, Samuel" userId="S::shesse3627@floridapoly.edu::84d1c00b-855e-4a75-9e50-bb53dcc600b8" providerId="AD" clId="Web-{872AC31D-99E4-702D-7770-0C55BE796245}" dt="2025-03-24T16:26:34.232" v="11" actId="20577"/>
          <ac:spMkLst>
            <pc:docMk/>
            <pc:sldMk cId="686431365" sldId="258"/>
            <ac:spMk id="2" creationId="{BE1C4920-8969-EE7E-BE07-049E14A0031E}"/>
          </ac:spMkLst>
        </pc:spChg>
        <pc:spChg chg="mod">
          <ac:chgData name="Hesse, Samuel" userId="S::shesse3627@floridapoly.edu::84d1c00b-855e-4a75-9e50-bb53dcc600b8" providerId="AD" clId="Web-{872AC31D-99E4-702D-7770-0C55BE796245}" dt="2025-03-24T16:44:35.478" v="295" actId="20577"/>
          <ac:spMkLst>
            <pc:docMk/>
            <pc:sldMk cId="686431365" sldId="258"/>
            <ac:spMk id="3" creationId="{528E0B8E-C1E0-9BB9-B848-C3EEEDF7203B}"/>
          </ac:spMkLst>
        </pc:spChg>
      </pc:sldChg>
      <pc:sldChg chg="modSp new">
        <pc:chgData name="Hesse, Samuel" userId="S::shesse3627@floridapoly.edu::84d1c00b-855e-4a75-9e50-bb53dcc600b8" providerId="AD" clId="Web-{872AC31D-99E4-702D-7770-0C55BE796245}" dt="2025-03-24T16:27:05.765" v="15" actId="20577"/>
        <pc:sldMkLst>
          <pc:docMk/>
          <pc:sldMk cId="3583200531" sldId="259"/>
        </pc:sldMkLst>
      </pc:sldChg>
      <pc:sldChg chg="modSp">
        <pc:chgData name="Hesse, Samuel" userId="S::shesse3627@floridapoly.edu::84d1c00b-855e-4a75-9e50-bb53dcc600b8" providerId="AD" clId="Web-{872AC31D-99E4-702D-7770-0C55BE796245}" dt="2025-03-24T16:28:22.252" v="28" actId="20577"/>
        <pc:sldMkLst>
          <pc:docMk/>
          <pc:sldMk cId="1433949439" sldId="260"/>
        </pc:sldMkLst>
        <pc:spChg chg="mod">
          <ac:chgData name="Hesse, Samuel" userId="S::shesse3627@floridapoly.edu::84d1c00b-855e-4a75-9e50-bb53dcc600b8" providerId="AD" clId="Web-{872AC31D-99E4-702D-7770-0C55BE796245}" dt="2025-03-24T16:28:22.252" v="28" actId="20577"/>
          <ac:spMkLst>
            <pc:docMk/>
            <pc:sldMk cId="1433949439" sldId="260"/>
            <ac:spMk id="2" creationId="{F1898BA9-9930-62BB-5E1F-19B736DCFD65}"/>
          </ac:spMkLst>
        </pc:spChg>
      </pc:sldChg>
      <pc:sldChg chg="modSp new">
        <pc:chgData name="Hesse, Samuel" userId="S::shesse3627@floridapoly.edu::84d1c00b-855e-4a75-9e50-bb53dcc600b8" providerId="AD" clId="Web-{872AC31D-99E4-702D-7770-0C55BE796245}" dt="2025-03-24T16:28:43.534" v="44" actId="20577"/>
        <pc:sldMkLst>
          <pc:docMk/>
          <pc:sldMk cId="1696651293" sldId="261"/>
        </pc:sldMkLst>
        <pc:spChg chg="mod">
          <ac:chgData name="Hesse, Samuel" userId="S::shesse3627@floridapoly.edu::84d1c00b-855e-4a75-9e50-bb53dcc600b8" providerId="AD" clId="Web-{872AC31D-99E4-702D-7770-0C55BE796245}" dt="2025-03-24T16:28:43.534" v="44" actId="20577"/>
          <ac:spMkLst>
            <pc:docMk/>
            <pc:sldMk cId="1696651293" sldId="261"/>
            <ac:spMk id="2" creationId="{95FAF4D8-267D-00E0-A53F-1C04301620D6}"/>
          </ac:spMkLst>
        </pc:spChg>
      </pc:sldChg>
      <pc:sldChg chg="modSp new ord">
        <pc:chgData name="Hesse, Samuel" userId="S::shesse3627@floridapoly.edu::84d1c00b-855e-4a75-9e50-bb53dcc600b8" providerId="AD" clId="Web-{872AC31D-99E4-702D-7770-0C55BE796245}" dt="2025-03-24T16:34:46.377" v="219" actId="20577"/>
        <pc:sldMkLst>
          <pc:docMk/>
          <pc:sldMk cId="2179079293" sldId="262"/>
        </pc:sldMkLst>
        <pc:spChg chg="mod">
          <ac:chgData name="Hesse, Samuel" userId="S::shesse3627@floridapoly.edu::84d1c00b-855e-4a75-9e50-bb53dcc600b8" providerId="AD" clId="Web-{872AC31D-99E4-702D-7770-0C55BE796245}" dt="2025-03-24T16:34:46.377" v="219" actId="20577"/>
          <ac:spMkLst>
            <pc:docMk/>
            <pc:sldMk cId="2179079293" sldId="262"/>
            <ac:spMk id="2" creationId="{B38FEC34-0E86-3C49-D8C4-9A4EBC0B4A11}"/>
          </ac:spMkLst>
        </pc:spChg>
      </pc:sldChg>
      <pc:sldChg chg="modSp">
        <pc:chgData name="Hesse, Samuel" userId="S::shesse3627@floridapoly.edu::84d1c00b-855e-4a75-9e50-bb53dcc600b8" providerId="AD" clId="Web-{872AC31D-99E4-702D-7770-0C55BE796245}" dt="2025-03-24T16:32:49.310" v="184" actId="20577"/>
        <pc:sldMkLst>
          <pc:docMk/>
          <pc:sldMk cId="825856741" sldId="263"/>
        </pc:sldMkLst>
        <pc:spChg chg="mod">
          <ac:chgData name="Hesse, Samuel" userId="S::shesse3627@floridapoly.edu::84d1c00b-855e-4a75-9e50-bb53dcc600b8" providerId="AD" clId="Web-{872AC31D-99E4-702D-7770-0C55BE796245}" dt="2025-03-24T16:30:48.399" v="70" actId="20577"/>
          <ac:spMkLst>
            <pc:docMk/>
            <pc:sldMk cId="825856741" sldId="263"/>
            <ac:spMk id="2" creationId="{B43D45EC-6FC6-666B-1810-6B708B2B11F0}"/>
          </ac:spMkLst>
        </pc:spChg>
      </pc:sldChg>
      <pc:sldChg chg="modSp new">
        <pc:chgData name="Hesse, Samuel" userId="S::shesse3627@floridapoly.edu::84d1c00b-855e-4a75-9e50-bb53dcc600b8" providerId="AD" clId="Web-{872AC31D-99E4-702D-7770-0C55BE796245}" dt="2025-03-24T16:36:39.944" v="289" actId="20577"/>
        <pc:sldMkLst>
          <pc:docMk/>
          <pc:sldMk cId="2423233483" sldId="264"/>
        </pc:sldMkLst>
        <pc:spChg chg="mod">
          <ac:chgData name="Hesse, Samuel" userId="S::shesse3627@floridapoly.edu::84d1c00b-855e-4a75-9e50-bb53dcc600b8" providerId="AD" clId="Web-{872AC31D-99E4-702D-7770-0C55BE796245}" dt="2025-03-24T16:34:13.125" v="193" actId="20577"/>
          <ac:spMkLst>
            <pc:docMk/>
            <pc:sldMk cId="2423233483" sldId="264"/>
            <ac:spMk id="2" creationId="{C58089E0-226F-C481-DE80-8654DE083DD1}"/>
          </ac:spMkLst>
        </pc:spChg>
      </pc:sldChg>
      <pc:sldChg chg="addSp delSp modSp new mod setBg">
        <pc:chgData name="Hesse, Samuel" userId="S::shesse3627@floridapoly.edu::84d1c00b-855e-4a75-9e50-bb53dcc600b8" providerId="AD" clId="Web-{872AC31D-99E4-702D-7770-0C55BE796245}" dt="2025-03-24T16:36:59.226" v="290"/>
        <pc:sldMkLst>
          <pc:docMk/>
          <pc:sldMk cId="3293237254" sldId="265"/>
        </pc:sldMkLst>
        <pc:spChg chg="mod">
          <ac:chgData name="Hesse, Samuel" userId="S::shesse3627@floridapoly.edu::84d1c00b-855e-4a75-9e50-bb53dcc600b8" providerId="AD" clId="Web-{872AC31D-99E4-702D-7770-0C55BE796245}" dt="2025-03-24T16:36:59.226" v="290"/>
          <ac:spMkLst>
            <pc:docMk/>
            <pc:sldMk cId="3293237254" sldId="265"/>
            <ac:spMk id="2" creationId="{EC817254-AC2D-23E2-8757-F12FEC56C8CA}"/>
          </ac:spMkLst>
        </pc:spChg>
      </pc:sldChg>
    </pc:docChg>
  </pc:docChgLst>
  <pc:docChgLst>
    <pc:chgData name="Jackson, Josiah" userId="S::jjackson3465@floridapoly.edu::7c216778-212d-46e2-9717-670eb8595fe4" providerId="AD" clId="Web-{DE3A8EBE-80A5-E63A-B8FE-ACF849CDDB4C}"/>
    <pc:docChg chg="addSld delSld modSld sldOrd">
      <pc:chgData name="Jackson, Josiah" userId="S::jjackson3465@floridapoly.edu::7c216778-212d-46e2-9717-670eb8595fe4" providerId="AD" clId="Web-{DE3A8EBE-80A5-E63A-B8FE-ACF849CDDB4C}" dt="2025-04-07T14:28:37.368" v="211" actId="1076"/>
      <pc:docMkLst>
        <pc:docMk/>
      </pc:docMkLst>
      <pc:sldChg chg="ord modNotes">
        <pc:chgData name="Jackson, Josiah" userId="S::jjackson3465@floridapoly.edu::7c216778-212d-46e2-9717-670eb8595fe4" providerId="AD" clId="Web-{DE3A8EBE-80A5-E63A-B8FE-ACF849CDDB4C}" dt="2025-04-07T14:09:04.975" v="99"/>
        <pc:sldMkLst>
          <pc:docMk/>
          <pc:sldMk cId="3583200531" sldId="259"/>
        </pc:sldMkLst>
      </pc:sldChg>
      <pc:sldChg chg="modSp">
        <pc:chgData name="Jackson, Josiah" userId="S::jjackson3465@floridapoly.edu::7c216778-212d-46e2-9717-670eb8595fe4" providerId="AD" clId="Web-{DE3A8EBE-80A5-E63A-B8FE-ACF849CDDB4C}" dt="2025-04-07T14:22:04.440" v="207" actId="20577"/>
        <pc:sldMkLst>
          <pc:docMk/>
          <pc:sldMk cId="825856741" sldId="263"/>
        </pc:sldMkLst>
        <pc:spChg chg="mod">
          <ac:chgData name="Jackson, Josiah" userId="S::jjackson3465@floridapoly.edu::7c216778-212d-46e2-9717-670eb8595fe4" providerId="AD" clId="Web-{DE3A8EBE-80A5-E63A-B8FE-ACF849CDDB4C}" dt="2025-04-07T14:22:04.440" v="207" actId="20577"/>
          <ac:spMkLst>
            <pc:docMk/>
            <pc:sldMk cId="825856741" sldId="263"/>
            <ac:spMk id="5" creationId="{9D05E413-B8A7-6D8F-AD07-36E4FEFAF7A6}"/>
          </ac:spMkLst>
        </pc:spChg>
      </pc:sldChg>
      <pc:sldChg chg="modSp">
        <pc:chgData name="Jackson, Josiah" userId="S::jjackson3465@floridapoly.edu::7c216778-212d-46e2-9717-670eb8595fe4" providerId="AD" clId="Web-{DE3A8EBE-80A5-E63A-B8FE-ACF849CDDB4C}" dt="2025-04-07T14:17:39.394" v="145" actId="20577"/>
        <pc:sldMkLst>
          <pc:docMk/>
          <pc:sldMk cId="2423233483" sldId="264"/>
        </pc:sldMkLst>
        <pc:spChg chg="mod">
          <ac:chgData name="Jackson, Josiah" userId="S::jjackson3465@floridapoly.edu::7c216778-212d-46e2-9717-670eb8595fe4" providerId="AD" clId="Web-{DE3A8EBE-80A5-E63A-B8FE-ACF849CDDB4C}" dt="2025-04-07T14:17:39.394" v="145" actId="20577"/>
          <ac:spMkLst>
            <pc:docMk/>
            <pc:sldMk cId="2423233483" sldId="264"/>
            <ac:spMk id="3" creationId="{CA916344-EBC9-E213-605D-2E9CA811BB7F}"/>
          </ac:spMkLst>
        </pc:spChg>
      </pc:sldChg>
      <pc:sldChg chg="modSp">
        <pc:chgData name="Jackson, Josiah" userId="S::jjackson3465@floridapoly.edu::7c216778-212d-46e2-9717-670eb8595fe4" providerId="AD" clId="Web-{DE3A8EBE-80A5-E63A-B8FE-ACF849CDDB4C}" dt="2025-04-07T14:24:02.321" v="210" actId="20577"/>
        <pc:sldMkLst>
          <pc:docMk/>
          <pc:sldMk cId="1751255213" sldId="269"/>
        </pc:sldMkLst>
        <pc:spChg chg="mod">
          <ac:chgData name="Jackson, Josiah" userId="S::jjackson3465@floridapoly.edu::7c216778-212d-46e2-9717-670eb8595fe4" providerId="AD" clId="Web-{DE3A8EBE-80A5-E63A-B8FE-ACF849CDDB4C}" dt="2025-04-07T14:24:02.321" v="210" actId="20577"/>
          <ac:spMkLst>
            <pc:docMk/>
            <pc:sldMk cId="1751255213" sldId="269"/>
            <ac:spMk id="7" creationId="{49492897-F1E2-6319-4ABA-DB050CBC4A96}"/>
          </ac:spMkLst>
        </pc:spChg>
      </pc:sldChg>
      <pc:sldChg chg="addSp delSp modSp">
        <pc:chgData name="Jackson, Josiah" userId="S::jjackson3465@floridapoly.edu::7c216778-212d-46e2-9717-670eb8595fe4" providerId="AD" clId="Web-{DE3A8EBE-80A5-E63A-B8FE-ACF849CDDB4C}" dt="2025-04-07T13:46:18.235" v="45" actId="1076"/>
        <pc:sldMkLst>
          <pc:docMk/>
          <pc:sldMk cId="799245451" sldId="274"/>
        </pc:sldMkLst>
        <pc:spChg chg="mod">
          <ac:chgData name="Jackson, Josiah" userId="S::jjackson3465@floridapoly.edu::7c216778-212d-46e2-9717-670eb8595fe4" providerId="AD" clId="Web-{DE3A8EBE-80A5-E63A-B8FE-ACF849CDDB4C}" dt="2025-04-07T13:41:11.071" v="29" actId="20577"/>
          <ac:spMkLst>
            <pc:docMk/>
            <pc:sldMk cId="799245451" sldId="274"/>
            <ac:spMk id="5" creationId="{744FECEB-A965-543E-6D9B-7A9DFC63DA4A}"/>
          </ac:spMkLst>
        </pc:spChg>
      </pc:sldChg>
      <pc:sldChg chg="addSp delSp modSp mod setBg">
        <pc:chgData name="Jackson, Josiah" userId="S::jjackson3465@floridapoly.edu::7c216778-212d-46e2-9717-670eb8595fe4" providerId="AD" clId="Web-{DE3A8EBE-80A5-E63A-B8FE-ACF849CDDB4C}" dt="2025-04-07T14:28:37.368" v="211" actId="1076"/>
        <pc:sldMkLst>
          <pc:docMk/>
          <pc:sldMk cId="934124461" sldId="277"/>
        </pc:sldMkLst>
      </pc:sldChg>
      <pc:sldChg chg="del">
        <pc:chgData name="Jackson, Josiah" userId="S::jjackson3465@floridapoly.edu::7c216778-212d-46e2-9717-670eb8595fe4" providerId="AD" clId="Web-{DE3A8EBE-80A5-E63A-B8FE-ACF849CDDB4C}" dt="2025-04-07T14:09:20.788" v="100"/>
        <pc:sldMkLst>
          <pc:docMk/>
          <pc:sldMk cId="3898229044" sldId="278"/>
        </pc:sldMkLst>
      </pc:sldChg>
      <pc:sldChg chg="ord">
        <pc:chgData name="Jackson, Josiah" userId="S::jjackson3465@floridapoly.edu::7c216778-212d-46e2-9717-670eb8595fe4" providerId="AD" clId="Web-{DE3A8EBE-80A5-E63A-B8FE-ACF849CDDB4C}" dt="2025-04-07T14:18:22.131" v="146"/>
        <pc:sldMkLst>
          <pc:docMk/>
          <pc:sldMk cId="1363686905" sldId="279"/>
        </pc:sldMkLst>
      </pc:sldChg>
      <pc:sldChg chg="addSp delSp modSp add replId">
        <pc:chgData name="Jackson, Josiah" userId="S::jjackson3465@floridapoly.edu::7c216778-212d-46e2-9717-670eb8595fe4" providerId="AD" clId="Web-{DE3A8EBE-80A5-E63A-B8FE-ACF849CDDB4C}" dt="2025-04-07T14:06:55.764" v="98" actId="20577"/>
        <pc:sldMkLst>
          <pc:docMk/>
          <pc:sldMk cId="3039317157" sldId="280"/>
        </pc:sldMkLst>
        <pc:spChg chg="mod">
          <ac:chgData name="Jackson, Josiah" userId="S::jjackson3465@floridapoly.edu::7c216778-212d-46e2-9717-670eb8595fe4" providerId="AD" clId="Web-{DE3A8EBE-80A5-E63A-B8FE-ACF849CDDB4C}" dt="2025-04-07T14:03:00.126" v="52" actId="20577"/>
          <ac:spMkLst>
            <pc:docMk/>
            <pc:sldMk cId="3039317157" sldId="280"/>
            <ac:spMk id="2" creationId="{874BD6BB-58A4-4C92-071B-6F57519C12B0}"/>
          </ac:spMkLst>
        </pc:spChg>
        <pc:spChg chg="mod">
          <ac:chgData name="Jackson, Josiah" userId="S::jjackson3465@floridapoly.edu::7c216778-212d-46e2-9717-670eb8595fe4" providerId="AD" clId="Web-{DE3A8EBE-80A5-E63A-B8FE-ACF849CDDB4C}" dt="2025-04-07T14:06:55.764" v="98" actId="20577"/>
          <ac:spMkLst>
            <pc:docMk/>
            <pc:sldMk cId="3039317157" sldId="280"/>
            <ac:spMk id="5" creationId="{5C2AA07F-035C-7A1A-6A7A-2F0552839403}"/>
          </ac:spMkLst>
        </pc:spChg>
        <pc:spChg chg="add mod">
          <ac:chgData name="Jackson, Josiah" userId="S::jjackson3465@floridapoly.edu::7c216778-212d-46e2-9717-670eb8595fe4" providerId="AD" clId="Web-{DE3A8EBE-80A5-E63A-B8FE-ACF849CDDB4C}" dt="2025-04-07T14:05:36.760" v="86" actId="20577"/>
          <ac:spMkLst>
            <pc:docMk/>
            <pc:sldMk cId="3039317157" sldId="280"/>
            <ac:spMk id="7" creationId="{CD2DAD9E-A267-C17E-75C4-17781151DEA1}"/>
          </ac:spMkLst>
        </pc:spChg>
        <pc:picChg chg="add mod">
          <ac:chgData name="Jackson, Josiah" userId="S::jjackson3465@floridapoly.edu::7c216778-212d-46e2-9717-670eb8595fe4" providerId="AD" clId="Web-{DE3A8EBE-80A5-E63A-B8FE-ACF849CDDB4C}" dt="2025-04-07T14:05:19.603" v="78" actId="14100"/>
          <ac:picMkLst>
            <pc:docMk/>
            <pc:sldMk cId="3039317157" sldId="280"/>
            <ac:picMk id="6" creationId="{C9FBAD84-067B-ABD4-C6ED-3B678ED188F9}"/>
          </ac:picMkLst>
        </pc:picChg>
      </pc:sldChg>
    </pc:docChg>
  </pc:docChgLst>
  <pc:docChgLst>
    <pc:chgData name="Hesse, Samuel" userId="S::shesse3627@floridapoly.edu::84d1c00b-855e-4a75-9e50-bb53dcc600b8" providerId="AD" clId="Web-{D606D884-C99C-4866-CC54-BBAA5842CC66}"/>
    <pc:docChg chg="modSld">
      <pc:chgData name="Hesse, Samuel" userId="S::shesse3627@floridapoly.edu::84d1c00b-855e-4a75-9e50-bb53dcc600b8" providerId="AD" clId="Web-{D606D884-C99C-4866-CC54-BBAA5842CC66}" dt="2025-03-26T16:28:54.224" v="31" actId="20577"/>
      <pc:docMkLst>
        <pc:docMk/>
      </pc:docMkLst>
      <pc:sldChg chg="modSp">
        <pc:chgData name="Hesse, Samuel" userId="S::shesse3627@floridapoly.edu::84d1c00b-855e-4a75-9e50-bb53dcc600b8" providerId="AD" clId="Web-{D606D884-C99C-4866-CC54-BBAA5842CC66}" dt="2025-03-26T16:28:54.224" v="31" actId="20577"/>
        <pc:sldMkLst>
          <pc:docMk/>
          <pc:sldMk cId="3583200531" sldId="259"/>
        </pc:sldMkLst>
        <pc:graphicFrameChg chg="modGraphic">
          <ac:chgData name="Hesse, Samuel" userId="S::shesse3627@floridapoly.edu::84d1c00b-855e-4a75-9e50-bb53dcc600b8" providerId="AD" clId="Web-{D606D884-C99C-4866-CC54-BBAA5842CC66}" dt="2025-03-26T16:28:54.224" v="31" actId="20577"/>
          <ac:graphicFrameMkLst>
            <pc:docMk/>
            <pc:sldMk cId="3583200531" sldId="259"/>
            <ac:graphicFrameMk id="17" creationId="{D5A76EF4-CD9A-BC49-1E62-23B16A1202FB}"/>
          </ac:graphicFrameMkLst>
        </pc:graphicFrameChg>
      </pc:sldChg>
      <pc:sldChg chg="modNotes">
        <pc:chgData name="Hesse, Samuel" userId="S::shesse3627@floridapoly.edu::84d1c00b-855e-4a75-9e50-bb53dcc600b8" providerId="AD" clId="Web-{D606D884-C99C-4866-CC54-BBAA5842CC66}" dt="2025-03-26T16:24:35.842" v="30"/>
        <pc:sldMkLst>
          <pc:docMk/>
          <pc:sldMk cId="1825437390" sldId="273"/>
        </pc:sldMkLst>
      </pc:sldChg>
    </pc:docChg>
  </pc:docChgLst>
  <pc:docChgLst>
    <pc:chgData name="Jackson, Josiah" userId="S::jjackson3465@floridapoly.edu::7c216778-212d-46e2-9717-670eb8595fe4" providerId="AD" clId="Web-{92A120D4-1D39-28D2-39ED-85DD4279752E}"/>
    <pc:docChg chg="addSld delSld modSld sldOrd">
      <pc:chgData name="Jackson, Josiah" userId="S::jjackson3465@floridapoly.edu::7c216778-212d-46e2-9717-670eb8595fe4" providerId="AD" clId="Web-{92A120D4-1D39-28D2-39ED-85DD4279752E}" dt="2025-03-26T14:32:24.450" v="1284" actId="20577"/>
      <pc:docMkLst>
        <pc:docMk/>
      </pc:docMkLst>
      <pc:sldChg chg="addSp delSp modSp">
        <pc:chgData name="Jackson, Josiah" userId="S::jjackson3465@floridapoly.edu::7c216778-212d-46e2-9717-670eb8595fe4" providerId="AD" clId="Web-{92A120D4-1D39-28D2-39ED-85DD4279752E}" dt="2025-03-26T13:19:11.511" v="286" actId="1076"/>
        <pc:sldMkLst>
          <pc:docMk/>
          <pc:sldMk cId="1696651293" sldId="261"/>
        </pc:sldMkLst>
        <pc:spChg chg="mod">
          <ac:chgData name="Jackson, Josiah" userId="S::jjackson3465@floridapoly.edu::7c216778-212d-46e2-9717-670eb8595fe4" providerId="AD" clId="Web-{92A120D4-1D39-28D2-39ED-85DD4279752E}" dt="2025-03-26T13:08:07.331" v="59"/>
          <ac:spMkLst>
            <pc:docMk/>
            <pc:sldMk cId="1696651293" sldId="261"/>
            <ac:spMk id="2" creationId="{95FAF4D8-267D-00E0-A53F-1C04301620D6}"/>
          </ac:spMkLst>
        </pc:spChg>
        <pc:spChg chg="add mod">
          <ac:chgData name="Jackson, Josiah" userId="S::jjackson3465@floridapoly.edu::7c216778-212d-46e2-9717-670eb8595fe4" providerId="AD" clId="Web-{92A120D4-1D39-28D2-39ED-85DD4279752E}" dt="2025-03-26T13:19:11.511" v="286" actId="1076"/>
          <ac:spMkLst>
            <pc:docMk/>
            <pc:sldMk cId="1696651293" sldId="261"/>
            <ac:spMk id="5" creationId="{14D369E3-BA5A-4F88-DA71-58CCC332AF12}"/>
          </ac:spMkLst>
        </pc:spChg>
        <pc:spChg chg="add">
          <ac:chgData name="Jackson, Josiah" userId="S::jjackson3465@floridapoly.edu::7c216778-212d-46e2-9717-670eb8595fe4" providerId="AD" clId="Web-{92A120D4-1D39-28D2-39ED-85DD4279752E}" dt="2025-03-26T13:09:17.177" v="68"/>
          <ac:spMkLst>
            <pc:docMk/>
            <pc:sldMk cId="1696651293" sldId="261"/>
            <ac:spMk id="32" creationId="{A8384FB5-9ADC-4DDC-881B-597D56F5B15D}"/>
          </ac:spMkLst>
        </pc:spChg>
        <pc:spChg chg="add">
          <ac:chgData name="Jackson, Josiah" userId="S::jjackson3465@floridapoly.edu::7c216778-212d-46e2-9717-670eb8595fe4" providerId="AD" clId="Web-{92A120D4-1D39-28D2-39ED-85DD4279752E}" dt="2025-03-26T13:09:17.177" v="68"/>
          <ac:spMkLst>
            <pc:docMk/>
            <pc:sldMk cId="1696651293" sldId="261"/>
            <ac:spMk id="34" creationId="{1199E1B1-A8C0-4FE8-A5A8-1CB41D69F857}"/>
          </ac:spMkLst>
        </pc:spChg>
        <pc:spChg chg="add">
          <ac:chgData name="Jackson, Josiah" userId="S::jjackson3465@floridapoly.edu::7c216778-212d-46e2-9717-670eb8595fe4" providerId="AD" clId="Web-{92A120D4-1D39-28D2-39ED-85DD4279752E}" dt="2025-03-26T13:09:17.177" v="68"/>
          <ac:spMkLst>
            <pc:docMk/>
            <pc:sldMk cId="1696651293" sldId="261"/>
            <ac:spMk id="36" creationId="{84A8DE83-DE75-4B41-9DB4-A7EC0B0DEC0B}"/>
          </ac:spMkLst>
        </pc:spChg>
        <pc:spChg chg="add">
          <ac:chgData name="Jackson, Josiah" userId="S::jjackson3465@floridapoly.edu::7c216778-212d-46e2-9717-670eb8595fe4" providerId="AD" clId="Web-{92A120D4-1D39-28D2-39ED-85DD4279752E}" dt="2025-03-26T13:09:17.177" v="68"/>
          <ac:spMkLst>
            <pc:docMk/>
            <pc:sldMk cId="1696651293" sldId="261"/>
            <ac:spMk id="38" creationId="{A7009A0A-BEF5-4EAC-AF15-E4F9F002E239}"/>
          </ac:spMkLst>
        </pc:spChg>
      </pc:sldChg>
      <pc:sldChg chg="addSp delSp modSp">
        <pc:chgData name="Jackson, Josiah" userId="S::jjackson3465@floridapoly.edu::7c216778-212d-46e2-9717-670eb8595fe4" providerId="AD" clId="Web-{92A120D4-1D39-28D2-39ED-85DD4279752E}" dt="2025-03-26T13:04:37.761" v="49" actId="1076"/>
        <pc:sldMkLst>
          <pc:docMk/>
          <pc:sldMk cId="2179079293" sldId="262"/>
        </pc:sldMkLst>
        <pc:spChg chg="mod">
          <ac:chgData name="Jackson, Josiah" userId="S::jjackson3465@floridapoly.edu::7c216778-212d-46e2-9717-670eb8595fe4" providerId="AD" clId="Web-{92A120D4-1D39-28D2-39ED-85DD4279752E}" dt="2025-03-26T13:04:23.088" v="48" actId="20577"/>
          <ac:spMkLst>
            <pc:docMk/>
            <pc:sldMk cId="2179079293" sldId="262"/>
            <ac:spMk id="2" creationId="{B38FEC34-0E86-3C49-D8C4-9A4EBC0B4A11}"/>
          </ac:spMkLst>
        </pc:spChg>
        <pc:spChg chg="add del">
          <ac:chgData name="Jackson, Josiah" userId="S::jjackson3465@floridapoly.edu::7c216778-212d-46e2-9717-670eb8595fe4" providerId="AD" clId="Web-{92A120D4-1D39-28D2-39ED-85DD4279752E}" dt="2025-03-26T13:03:27.789" v="13"/>
          <ac:spMkLst>
            <pc:docMk/>
            <pc:sldMk cId="2179079293" sldId="262"/>
            <ac:spMk id="9" creationId="{A8384FB5-9ADC-4DDC-881B-597D56F5B15D}"/>
          </ac:spMkLst>
        </pc:spChg>
        <pc:spChg chg="add del">
          <ac:chgData name="Jackson, Josiah" userId="S::jjackson3465@floridapoly.edu::7c216778-212d-46e2-9717-670eb8595fe4" providerId="AD" clId="Web-{92A120D4-1D39-28D2-39ED-85DD4279752E}" dt="2025-03-26T13:03:27.789" v="13"/>
          <ac:spMkLst>
            <pc:docMk/>
            <pc:sldMk cId="2179079293" sldId="262"/>
            <ac:spMk id="11" creationId="{1199E1B1-A8C0-4FE8-A5A8-1CB41D69F857}"/>
          </ac:spMkLst>
        </pc:spChg>
        <pc:spChg chg="add del">
          <ac:chgData name="Jackson, Josiah" userId="S::jjackson3465@floridapoly.edu::7c216778-212d-46e2-9717-670eb8595fe4" providerId="AD" clId="Web-{92A120D4-1D39-28D2-39ED-85DD4279752E}" dt="2025-03-26T13:03:27.789" v="13"/>
          <ac:spMkLst>
            <pc:docMk/>
            <pc:sldMk cId="2179079293" sldId="262"/>
            <ac:spMk id="13" creationId="{84A8DE83-DE75-4B41-9DB4-A7EC0B0DEC0B}"/>
          </ac:spMkLst>
        </pc:spChg>
        <pc:spChg chg="add del">
          <ac:chgData name="Jackson, Josiah" userId="S::jjackson3465@floridapoly.edu::7c216778-212d-46e2-9717-670eb8595fe4" providerId="AD" clId="Web-{92A120D4-1D39-28D2-39ED-85DD4279752E}" dt="2025-03-26T13:03:27.789" v="13"/>
          <ac:spMkLst>
            <pc:docMk/>
            <pc:sldMk cId="2179079293" sldId="262"/>
            <ac:spMk id="15" creationId="{A7009A0A-BEF5-4EAC-AF15-E4F9F002E239}"/>
          </ac:spMkLst>
        </pc:spChg>
        <pc:picChg chg="add mod">
          <ac:chgData name="Jackson, Josiah" userId="S::jjackson3465@floridapoly.edu::7c216778-212d-46e2-9717-670eb8595fe4" providerId="AD" clId="Web-{92A120D4-1D39-28D2-39ED-85DD4279752E}" dt="2025-03-26T13:03:59.791" v="24" actId="1076"/>
          <ac:picMkLst>
            <pc:docMk/>
            <pc:sldMk cId="2179079293" sldId="262"/>
            <ac:picMk id="7" creationId="{CB408D45-0B79-E8C0-6F88-EF21319276B3}"/>
          </ac:picMkLst>
        </pc:picChg>
      </pc:sldChg>
      <pc:sldChg chg="modSp ord">
        <pc:chgData name="Jackson, Josiah" userId="S::jjackson3465@floridapoly.edu::7c216778-212d-46e2-9717-670eb8595fe4" providerId="AD" clId="Web-{92A120D4-1D39-28D2-39ED-85DD4279752E}" dt="2025-03-26T14:32:24.450" v="1284" actId="20577"/>
        <pc:sldMkLst>
          <pc:docMk/>
          <pc:sldMk cId="825856741" sldId="263"/>
        </pc:sldMkLst>
      </pc:sldChg>
      <pc:sldChg chg="delSp">
        <pc:chgData name="Jackson, Josiah" userId="S::jjackson3465@floridapoly.edu::7c216778-212d-46e2-9717-670eb8595fe4" providerId="AD" clId="Web-{92A120D4-1D39-28D2-39ED-85DD4279752E}" dt="2025-03-26T14:30:37.836" v="1230"/>
        <pc:sldMkLst>
          <pc:docMk/>
          <pc:sldMk cId="2423233483" sldId="264"/>
        </pc:sldMkLst>
      </pc:sldChg>
      <pc:sldChg chg="addSp delSp modSp">
        <pc:chgData name="Jackson, Josiah" userId="S::jjackson3465@floridapoly.edu::7c216778-212d-46e2-9717-670eb8595fe4" providerId="AD" clId="Web-{92A120D4-1D39-28D2-39ED-85DD4279752E}" dt="2025-03-26T13:54:42.931" v="736" actId="20577"/>
        <pc:sldMkLst>
          <pc:docMk/>
          <pc:sldMk cId="1162814394" sldId="267"/>
        </pc:sldMkLst>
        <pc:spChg chg="mod">
          <ac:chgData name="Jackson, Josiah" userId="S::jjackson3465@floridapoly.edu::7c216778-212d-46e2-9717-670eb8595fe4" providerId="AD" clId="Web-{92A120D4-1D39-28D2-39ED-85DD4279752E}" dt="2025-03-26T13:12:01.433" v="91" actId="1076"/>
          <ac:spMkLst>
            <pc:docMk/>
            <pc:sldMk cId="1162814394" sldId="267"/>
            <ac:spMk id="2" creationId="{1C5F1DDB-A12B-E797-8505-E21B942B04B1}"/>
          </ac:spMkLst>
        </pc:spChg>
        <pc:spChg chg="add mod">
          <ac:chgData name="Jackson, Josiah" userId="S::jjackson3465@floridapoly.edu::7c216778-212d-46e2-9717-670eb8595fe4" providerId="AD" clId="Web-{92A120D4-1D39-28D2-39ED-85DD4279752E}" dt="2025-03-26T13:54:42.931" v="736" actId="20577"/>
          <ac:spMkLst>
            <pc:docMk/>
            <pc:sldMk cId="1162814394" sldId="267"/>
            <ac:spMk id="9" creationId="{02EDAA98-8DFD-92BF-7E8C-BF8242A16A70}"/>
          </ac:spMkLst>
        </pc:spChg>
        <pc:spChg chg="add">
          <ac:chgData name="Jackson, Josiah" userId="S::jjackson3465@floridapoly.edu::7c216778-212d-46e2-9717-670eb8595fe4" providerId="AD" clId="Web-{92A120D4-1D39-28D2-39ED-85DD4279752E}" dt="2025-03-26T13:11:48.339" v="84"/>
          <ac:spMkLst>
            <pc:docMk/>
            <pc:sldMk cId="1162814394" sldId="267"/>
            <ac:spMk id="21" creationId="{2151139A-886F-4B97-8815-729AD3831BBD}"/>
          </ac:spMkLst>
        </pc:spChg>
        <pc:spChg chg="add">
          <ac:chgData name="Jackson, Josiah" userId="S::jjackson3465@floridapoly.edu::7c216778-212d-46e2-9717-670eb8595fe4" providerId="AD" clId="Web-{92A120D4-1D39-28D2-39ED-85DD4279752E}" dt="2025-03-26T13:11:48.339" v="84"/>
          <ac:spMkLst>
            <pc:docMk/>
            <pc:sldMk cId="1162814394" sldId="267"/>
            <ac:spMk id="23" creationId="{AB5E08C4-8CDD-4623-A5B8-E998C6DEE3B7}"/>
          </ac:spMkLst>
        </pc:spChg>
        <pc:spChg chg="add">
          <ac:chgData name="Jackson, Josiah" userId="S::jjackson3465@floridapoly.edu::7c216778-212d-46e2-9717-670eb8595fe4" providerId="AD" clId="Web-{92A120D4-1D39-28D2-39ED-85DD4279752E}" dt="2025-03-26T13:11:48.339" v="84"/>
          <ac:spMkLst>
            <pc:docMk/>
            <pc:sldMk cId="1162814394" sldId="267"/>
            <ac:spMk id="25" creationId="{15F33878-D502-4FFA-8ACE-F2AECDB2A23F}"/>
          </ac:spMkLst>
        </pc:spChg>
        <pc:spChg chg="add">
          <ac:chgData name="Jackson, Josiah" userId="S::jjackson3465@floridapoly.edu::7c216778-212d-46e2-9717-670eb8595fe4" providerId="AD" clId="Web-{92A120D4-1D39-28D2-39ED-85DD4279752E}" dt="2025-03-26T13:11:48.339" v="84"/>
          <ac:spMkLst>
            <pc:docMk/>
            <pc:sldMk cId="1162814394" sldId="267"/>
            <ac:spMk id="27" creationId="{D3539FEE-81D3-4406-802E-60B20B16F4F6}"/>
          </ac:spMkLst>
        </pc:spChg>
        <pc:spChg chg="add">
          <ac:chgData name="Jackson, Josiah" userId="S::jjackson3465@floridapoly.edu::7c216778-212d-46e2-9717-670eb8595fe4" providerId="AD" clId="Web-{92A120D4-1D39-28D2-39ED-85DD4279752E}" dt="2025-03-26T13:11:48.339" v="84"/>
          <ac:spMkLst>
            <pc:docMk/>
            <pc:sldMk cId="1162814394" sldId="267"/>
            <ac:spMk id="29" creationId="{DC701763-729E-462F-A5A8-E0DEFEB1E2E4}"/>
          </ac:spMkLst>
        </pc:spChg>
      </pc:sldChg>
      <pc:sldChg chg="addSp modSp">
        <pc:chgData name="Jackson, Josiah" userId="S::jjackson3465@floridapoly.edu::7c216778-212d-46e2-9717-670eb8595fe4" providerId="AD" clId="Web-{92A120D4-1D39-28D2-39ED-85DD4279752E}" dt="2025-03-26T13:53:16.397" v="734" actId="20577"/>
        <pc:sldMkLst>
          <pc:docMk/>
          <pc:sldMk cId="3734989664" sldId="268"/>
        </pc:sldMkLst>
      </pc:sldChg>
      <pc:sldChg chg="addSp delSp modSp add replId">
        <pc:chgData name="Jackson, Josiah" userId="S::jjackson3465@floridapoly.edu::7c216778-212d-46e2-9717-670eb8595fe4" providerId="AD" clId="Web-{92A120D4-1D39-28D2-39ED-85DD4279752E}" dt="2025-03-26T13:46:42.992" v="674" actId="1076"/>
        <pc:sldMkLst>
          <pc:docMk/>
          <pc:sldMk cId="1751255213" sldId="269"/>
        </pc:sldMkLst>
        <pc:spChg chg="mod">
          <ac:chgData name="Jackson, Josiah" userId="S::jjackson3465@floridapoly.edu::7c216778-212d-46e2-9717-670eb8595fe4" providerId="AD" clId="Web-{92A120D4-1D39-28D2-39ED-85DD4279752E}" dt="2025-03-26T13:23:15.254" v="313" actId="1076"/>
          <ac:spMkLst>
            <pc:docMk/>
            <pc:sldMk cId="1751255213" sldId="269"/>
            <ac:spMk id="2" creationId="{0764651C-2572-1F35-BE62-1B8D5029A4C3}"/>
          </ac:spMkLst>
        </pc:spChg>
        <pc:spChg chg="add mod">
          <ac:chgData name="Jackson, Josiah" userId="S::jjackson3465@floridapoly.edu::7c216778-212d-46e2-9717-670eb8595fe4" providerId="AD" clId="Web-{92A120D4-1D39-28D2-39ED-85DD4279752E}" dt="2025-03-26T13:46:42.992" v="674" actId="1076"/>
          <ac:spMkLst>
            <pc:docMk/>
            <pc:sldMk cId="1751255213" sldId="269"/>
            <ac:spMk id="7" creationId="{49492897-F1E2-6319-4ABA-DB050CBC4A96}"/>
          </ac:spMkLst>
        </pc:spChg>
      </pc:sldChg>
      <pc:sldChg chg="addSp modSp add del replId">
        <pc:chgData name="Jackson, Josiah" userId="S::jjackson3465@floridapoly.edu::7c216778-212d-46e2-9717-670eb8595fe4" providerId="AD" clId="Web-{92A120D4-1D39-28D2-39ED-85DD4279752E}" dt="2025-03-26T13:46:51.133" v="675"/>
        <pc:sldMkLst>
          <pc:docMk/>
          <pc:sldMk cId="1790752119" sldId="270"/>
        </pc:sldMkLst>
      </pc:sldChg>
      <pc:sldChg chg="addSp delSp modSp add replId">
        <pc:chgData name="Jackson, Josiah" userId="S::jjackson3465@floridapoly.edu::7c216778-212d-46e2-9717-670eb8595fe4" providerId="AD" clId="Web-{92A120D4-1D39-28D2-39ED-85DD4279752E}" dt="2025-03-26T14:28:14.081" v="1222" actId="1076"/>
        <pc:sldMkLst>
          <pc:docMk/>
          <pc:sldMk cId="2901037788" sldId="270"/>
        </pc:sldMkLst>
      </pc:sldChg>
      <pc:sldChg chg="new del">
        <pc:chgData name="Jackson, Josiah" userId="S::jjackson3465@floridapoly.edu::7c216778-212d-46e2-9717-670eb8595fe4" providerId="AD" clId="Web-{92A120D4-1D39-28D2-39ED-85DD4279752E}" dt="2025-03-26T13:24:43.257" v="330"/>
        <pc:sldMkLst>
          <pc:docMk/>
          <pc:sldMk cId="3391894475" sldId="270"/>
        </pc:sldMkLst>
      </pc:sldChg>
      <pc:sldChg chg="addSp delSp modSp add replId">
        <pc:chgData name="Jackson, Josiah" userId="S::jjackson3465@floridapoly.edu::7c216778-212d-46e2-9717-670eb8595fe4" providerId="AD" clId="Web-{92A120D4-1D39-28D2-39ED-85DD4279752E}" dt="2025-03-26T14:27:53.831" v="1217" actId="20577"/>
        <pc:sldMkLst>
          <pc:docMk/>
          <pc:sldMk cId="1685761757" sldId="271"/>
        </pc:sldMkLst>
        <pc:spChg chg="mod">
          <ac:chgData name="Jackson, Josiah" userId="S::jjackson3465@floridapoly.edu::7c216778-212d-46e2-9717-670eb8595fe4" providerId="AD" clId="Web-{92A120D4-1D39-28D2-39ED-85DD4279752E}" dt="2025-03-26T14:11:23.436" v="897"/>
          <ac:spMkLst>
            <pc:docMk/>
            <pc:sldMk cId="1685761757" sldId="271"/>
            <ac:spMk id="2" creationId="{738199CF-C84B-17A4-2355-801B3A812E5A}"/>
          </ac:spMkLst>
        </pc:spChg>
        <pc:spChg chg="add mod">
          <ac:chgData name="Jackson, Josiah" userId="S::jjackson3465@floridapoly.edu::7c216778-212d-46e2-9717-670eb8595fe4" providerId="AD" clId="Web-{92A120D4-1D39-28D2-39ED-85DD4279752E}" dt="2025-03-26T14:27:53.831" v="1217" actId="20577"/>
          <ac:spMkLst>
            <pc:docMk/>
            <pc:sldMk cId="1685761757" sldId="271"/>
            <ac:spMk id="5" creationId="{0307E310-B906-02C3-D10A-2ECA1ECFA1A0}"/>
          </ac:spMkLst>
        </pc:spChg>
        <pc:spChg chg="add">
          <ac:chgData name="Jackson, Josiah" userId="S::jjackson3465@floridapoly.edu::7c216778-212d-46e2-9717-670eb8595fe4" providerId="AD" clId="Web-{92A120D4-1D39-28D2-39ED-85DD4279752E}" dt="2025-03-26T14:11:23.436" v="897"/>
          <ac:spMkLst>
            <pc:docMk/>
            <pc:sldMk cId="1685761757" sldId="271"/>
            <ac:spMk id="21" creationId="{B712E947-0734-45F9-9C4F-41114EC3A33E}"/>
          </ac:spMkLst>
        </pc:spChg>
        <pc:picChg chg="add mod">
          <ac:chgData name="Jackson, Josiah" userId="S::jjackson3465@floridapoly.edu::7c216778-212d-46e2-9717-670eb8595fe4" providerId="AD" clId="Web-{92A120D4-1D39-28D2-39ED-85DD4279752E}" dt="2025-03-26T14:17:27.214" v="910" actId="1076"/>
          <ac:picMkLst>
            <pc:docMk/>
            <pc:sldMk cId="1685761757" sldId="271"/>
            <ac:picMk id="3" creationId="{D9807F5F-A01E-E1A9-2F8D-F045CBED5FEF}"/>
          </ac:picMkLst>
        </pc:picChg>
        <pc:picChg chg="add mod">
          <ac:chgData name="Jackson, Josiah" userId="S::jjackson3465@floridapoly.edu::7c216778-212d-46e2-9717-670eb8595fe4" providerId="AD" clId="Web-{92A120D4-1D39-28D2-39ED-85DD4279752E}" dt="2025-03-26T14:17:35.355" v="913" actId="1076"/>
          <ac:picMkLst>
            <pc:docMk/>
            <pc:sldMk cId="1685761757" sldId="271"/>
            <ac:picMk id="4" creationId="{C5F92C90-946E-83CE-E8D0-A244CAED1665}"/>
          </ac:picMkLst>
        </pc:picChg>
      </pc:sldChg>
      <pc:sldChg chg="modSp add">
        <pc:chgData name="Jackson, Josiah" userId="S::jjackson3465@floridapoly.edu::7c216778-212d-46e2-9717-670eb8595fe4" providerId="AD" clId="Web-{92A120D4-1D39-28D2-39ED-85DD4279752E}" dt="2025-03-26T14:30:16.867" v="1228" actId="20577"/>
        <pc:sldMkLst>
          <pc:docMk/>
          <pc:sldMk cId="3355992387" sldId="272"/>
        </pc:sldMkLst>
      </pc:sldChg>
    </pc:docChg>
  </pc:docChgLst>
  <pc:docChgLst>
    <pc:chgData name="Jackson, Josiah" userId="S::jjackson3465@floridapoly.edu::7c216778-212d-46e2-9717-670eb8595fe4" providerId="AD" clId="Web-{C4D94C21-62D5-7E85-FC24-1D4A20D93B7D}"/>
    <pc:docChg chg="delSld modSld">
      <pc:chgData name="Jackson, Josiah" userId="S::jjackson3465@floridapoly.edu::7c216778-212d-46e2-9717-670eb8595fe4" providerId="AD" clId="Web-{C4D94C21-62D5-7E85-FC24-1D4A20D93B7D}" dt="2025-03-26T16:27:13.149" v="100" actId="20577"/>
      <pc:docMkLst>
        <pc:docMk/>
      </pc:docMkLst>
      <pc:sldChg chg="del">
        <pc:chgData name="Jackson, Josiah" userId="S::jjackson3465@floridapoly.edu::7c216778-212d-46e2-9717-670eb8595fe4" providerId="AD" clId="Web-{C4D94C21-62D5-7E85-FC24-1D4A20D93B7D}" dt="2025-03-26T15:57:39.397" v="0"/>
        <pc:sldMkLst>
          <pc:docMk/>
          <pc:sldMk cId="72773000" sldId="257"/>
        </pc:sldMkLst>
      </pc:sldChg>
      <pc:sldChg chg="modSp">
        <pc:chgData name="Jackson, Josiah" userId="S::jjackson3465@floridapoly.edu::7c216778-212d-46e2-9717-670eb8595fe4" providerId="AD" clId="Web-{C4D94C21-62D5-7E85-FC24-1D4A20D93B7D}" dt="2025-03-26T16:12:02.662" v="33" actId="20577"/>
        <pc:sldMkLst>
          <pc:docMk/>
          <pc:sldMk cId="3583200531" sldId="259"/>
        </pc:sldMkLst>
        <pc:graphicFrameChg chg="modGraphic">
          <ac:chgData name="Jackson, Josiah" userId="S::jjackson3465@floridapoly.edu::7c216778-212d-46e2-9717-670eb8595fe4" providerId="AD" clId="Web-{C4D94C21-62D5-7E85-FC24-1D4A20D93B7D}" dt="2025-03-26T16:12:02.662" v="33" actId="20577"/>
          <ac:graphicFrameMkLst>
            <pc:docMk/>
            <pc:sldMk cId="3583200531" sldId="259"/>
            <ac:graphicFrameMk id="17" creationId="{D5A76EF4-CD9A-BC49-1E62-23B16A1202FB}"/>
          </ac:graphicFrameMkLst>
        </pc:graphicFrameChg>
      </pc:sldChg>
      <pc:sldChg chg="modSp">
        <pc:chgData name="Jackson, Josiah" userId="S::jjackson3465@floridapoly.edu::7c216778-212d-46e2-9717-670eb8595fe4" providerId="AD" clId="Web-{C4D94C21-62D5-7E85-FC24-1D4A20D93B7D}" dt="2025-03-26T16:22:51.193" v="62" actId="20577"/>
        <pc:sldMkLst>
          <pc:docMk/>
          <pc:sldMk cId="1433949439" sldId="260"/>
        </pc:sldMkLst>
        <pc:spChg chg="mod">
          <ac:chgData name="Jackson, Josiah" userId="S::jjackson3465@floridapoly.edu::7c216778-212d-46e2-9717-670eb8595fe4" providerId="AD" clId="Web-{C4D94C21-62D5-7E85-FC24-1D4A20D93B7D}" dt="2025-03-26T16:22:51.193" v="62" actId="20577"/>
          <ac:spMkLst>
            <pc:docMk/>
            <pc:sldMk cId="1433949439" sldId="260"/>
            <ac:spMk id="4" creationId="{2E7B76A5-E570-C6E1-04D9-B8D937887944}"/>
          </ac:spMkLst>
        </pc:spChg>
      </pc:sldChg>
      <pc:sldChg chg="modNotes">
        <pc:chgData name="Jackson, Josiah" userId="S::jjackson3465@floridapoly.edu::7c216778-212d-46e2-9717-670eb8595fe4" providerId="AD" clId="Web-{C4D94C21-62D5-7E85-FC24-1D4A20D93B7D}" dt="2025-03-26T16:23:29.117" v="95"/>
        <pc:sldMkLst>
          <pc:docMk/>
          <pc:sldMk cId="2179079293" sldId="262"/>
        </pc:sldMkLst>
      </pc:sldChg>
      <pc:sldChg chg="modSp">
        <pc:chgData name="Jackson, Josiah" userId="S::jjackson3465@floridapoly.edu::7c216778-212d-46e2-9717-670eb8595fe4" providerId="AD" clId="Web-{C4D94C21-62D5-7E85-FC24-1D4A20D93B7D}" dt="2025-03-26T16:27:13.149" v="100" actId="20577"/>
        <pc:sldMkLst>
          <pc:docMk/>
          <pc:sldMk cId="1825437390" sldId="273"/>
        </pc:sldMkLst>
        <pc:graphicFrameChg chg="modGraphic">
          <ac:chgData name="Jackson, Josiah" userId="S::jjackson3465@floridapoly.edu::7c216778-212d-46e2-9717-670eb8595fe4" providerId="AD" clId="Web-{C4D94C21-62D5-7E85-FC24-1D4A20D93B7D}" dt="2025-03-26T16:27:13.149" v="100" actId="20577"/>
          <ac:graphicFrameMkLst>
            <pc:docMk/>
            <pc:sldMk cId="1825437390" sldId="273"/>
            <ac:graphicFrameMk id="5" creationId="{AD937913-74EC-16DD-9EFB-8E18C070CAF4}"/>
          </ac:graphicFrameMkLst>
        </pc:graphicFrameChg>
      </pc:sldChg>
    </pc:docChg>
  </pc:docChgLst>
  <pc:docChgLst>
    <pc:chgData name="Valencia, Maria" userId="S::mvalencia0545@floridapoly.edu::d83249ff-9709-44c3-a2d9-cf63b3396c49" providerId="AD" clId="Web-{15AE0725-3EF9-A350-60E4-BEE416B2A318}"/>
    <pc:docChg chg="addSld delSld modSld sldOrd">
      <pc:chgData name="Valencia, Maria" userId="S::mvalencia0545@floridapoly.edu::d83249ff-9709-44c3-a2d9-cf63b3396c49" providerId="AD" clId="Web-{15AE0725-3EF9-A350-60E4-BEE416B2A318}" dt="2025-04-02T16:49:10.564" v="43"/>
      <pc:docMkLst>
        <pc:docMk/>
      </pc:docMkLst>
      <pc:sldChg chg="ord">
        <pc:chgData name="Valencia, Maria" userId="S::mvalencia0545@floridapoly.edu::d83249ff-9709-44c3-a2d9-cf63b3396c49" providerId="AD" clId="Web-{15AE0725-3EF9-A350-60E4-BEE416B2A318}" dt="2025-04-02T16:41:25.534" v="2"/>
        <pc:sldMkLst>
          <pc:docMk/>
          <pc:sldMk cId="934124461" sldId="277"/>
        </pc:sldMkLst>
      </pc:sldChg>
      <pc:sldChg chg="delSp modSp add ord replId">
        <pc:chgData name="Valencia, Maria" userId="S::mvalencia0545@floridapoly.edu::d83249ff-9709-44c3-a2d9-cf63b3396c49" providerId="AD" clId="Web-{15AE0725-3EF9-A350-60E4-BEE416B2A318}" dt="2025-04-02T16:49:10.564" v="43"/>
        <pc:sldMkLst>
          <pc:docMk/>
          <pc:sldMk cId="3898229044" sldId="278"/>
        </pc:sldMkLst>
      </pc:sldChg>
      <pc:sldChg chg="delSp modSp add del replId">
        <pc:chgData name="Valencia, Maria" userId="S::mvalencia0545@floridapoly.edu::d83249ff-9709-44c3-a2d9-cf63b3396c49" providerId="AD" clId="Web-{15AE0725-3EF9-A350-60E4-BEE416B2A318}" dt="2025-04-02T16:44:18.201" v="41"/>
        <pc:sldMkLst>
          <pc:docMk/>
          <pc:sldMk cId="307164239" sldId="279"/>
        </pc:sldMkLst>
      </pc:sldChg>
    </pc:docChg>
  </pc:docChgLst>
  <pc:docChgLst>
    <pc:chgData name="Jackson, Josiah" userId="S::jjackson3465@floridapoly.edu::7c216778-212d-46e2-9717-670eb8595fe4" providerId="AD" clId="Web-{7245A1CA-2968-7CD4-AE6C-3305BD783FC7}"/>
    <pc:docChg chg="addSld modSld sldOrd">
      <pc:chgData name="Jackson, Josiah" userId="S::jjackson3465@floridapoly.edu::7c216778-212d-46e2-9717-670eb8595fe4" providerId="AD" clId="Web-{7245A1CA-2968-7CD4-AE6C-3305BD783FC7}" dt="2025-03-26T14:42:55.560" v="83" actId="1076"/>
      <pc:docMkLst>
        <pc:docMk/>
      </pc:docMkLst>
      <pc:sldChg chg="modSp ord">
        <pc:chgData name="Jackson, Josiah" userId="S::jjackson3465@floridapoly.edu::7c216778-212d-46e2-9717-670eb8595fe4" providerId="AD" clId="Web-{7245A1CA-2968-7CD4-AE6C-3305BD783FC7}" dt="2025-03-26T14:42:09.512" v="72"/>
        <pc:sldMkLst>
          <pc:docMk/>
          <pc:sldMk cId="72773000" sldId="257"/>
        </pc:sldMkLst>
      </pc:sldChg>
      <pc:sldChg chg="modSp">
        <pc:chgData name="Jackson, Josiah" userId="S::jjackson3465@floridapoly.edu::7c216778-212d-46e2-9717-670eb8595fe4" providerId="AD" clId="Web-{7245A1CA-2968-7CD4-AE6C-3305BD783FC7}" dt="2025-03-26T14:42:07.324" v="71" actId="20577"/>
        <pc:sldMkLst>
          <pc:docMk/>
          <pc:sldMk cId="686431365" sldId="258"/>
        </pc:sldMkLst>
        <pc:spChg chg="mod">
          <ac:chgData name="Jackson, Josiah" userId="S::jjackson3465@floridapoly.edu::7c216778-212d-46e2-9717-670eb8595fe4" providerId="AD" clId="Web-{7245A1CA-2968-7CD4-AE6C-3305BD783FC7}" dt="2025-03-26T14:42:07.324" v="71" actId="20577"/>
          <ac:spMkLst>
            <pc:docMk/>
            <pc:sldMk cId="686431365" sldId="258"/>
            <ac:spMk id="3" creationId="{528E0B8E-C1E0-9BB9-B848-C3EEEDF7203B}"/>
          </ac:spMkLst>
        </pc:spChg>
      </pc:sldChg>
      <pc:sldChg chg="modSp">
        <pc:chgData name="Jackson, Josiah" userId="S::jjackson3465@floridapoly.edu::7c216778-212d-46e2-9717-670eb8595fe4" providerId="AD" clId="Web-{7245A1CA-2968-7CD4-AE6C-3305BD783FC7}" dt="2025-03-26T14:34:18.058" v="7" actId="1076"/>
        <pc:sldMkLst>
          <pc:docMk/>
          <pc:sldMk cId="825856741" sldId="263"/>
        </pc:sldMkLst>
      </pc:sldChg>
      <pc:sldChg chg="ord">
        <pc:chgData name="Jackson, Josiah" userId="S::jjackson3465@floridapoly.edu::7c216778-212d-46e2-9717-670eb8595fe4" providerId="AD" clId="Web-{7245A1CA-2968-7CD4-AE6C-3305BD783FC7}" dt="2025-03-26T14:35:30.014" v="8"/>
        <pc:sldMkLst>
          <pc:docMk/>
          <pc:sldMk cId="2423233483" sldId="264"/>
        </pc:sldMkLst>
      </pc:sldChg>
      <pc:sldChg chg="modSp">
        <pc:chgData name="Jackson, Josiah" userId="S::jjackson3465@floridapoly.edu::7c216778-212d-46e2-9717-670eb8595fe4" providerId="AD" clId="Web-{7245A1CA-2968-7CD4-AE6C-3305BD783FC7}" dt="2025-03-26T14:42:55.560" v="83" actId="1076"/>
        <pc:sldMkLst>
          <pc:docMk/>
          <pc:sldMk cId="727186785" sldId="266"/>
        </pc:sldMkLst>
        <pc:spChg chg="mod">
          <ac:chgData name="Jackson, Josiah" userId="S::jjackson3465@floridapoly.edu::7c216778-212d-46e2-9717-670eb8595fe4" providerId="AD" clId="Web-{7245A1CA-2968-7CD4-AE6C-3305BD783FC7}" dt="2025-03-26T14:42:50.529" v="82" actId="1076"/>
          <ac:spMkLst>
            <pc:docMk/>
            <pc:sldMk cId="727186785" sldId="266"/>
            <ac:spMk id="2" creationId="{00000000-0000-0000-0000-000000000000}"/>
          </ac:spMkLst>
        </pc:spChg>
        <pc:spChg chg="mod">
          <ac:chgData name="Jackson, Josiah" userId="S::jjackson3465@floridapoly.edu::7c216778-212d-46e2-9717-670eb8595fe4" providerId="AD" clId="Web-{7245A1CA-2968-7CD4-AE6C-3305BD783FC7}" dt="2025-03-26T14:42:55.560" v="83" actId="1076"/>
          <ac:spMkLst>
            <pc:docMk/>
            <pc:sldMk cId="727186785" sldId="266"/>
            <ac:spMk id="3" creationId="{00000000-0000-0000-0000-000000000000}"/>
          </ac:spMkLst>
        </pc:spChg>
      </pc:sldChg>
      <pc:sldChg chg="modSp add replId">
        <pc:chgData name="Jackson, Josiah" userId="S::jjackson3465@floridapoly.edu::7c216778-212d-46e2-9717-670eb8595fe4" providerId="AD" clId="Web-{7245A1CA-2968-7CD4-AE6C-3305BD783FC7}" dt="2025-03-26T14:42:20.903" v="75" actId="20577"/>
        <pc:sldMkLst>
          <pc:docMk/>
          <pc:sldMk cId="1825437390" sldId="273"/>
        </pc:sldMkLst>
        <pc:spChg chg="mod">
          <ac:chgData name="Jackson, Josiah" userId="S::jjackson3465@floridapoly.edu::7c216778-212d-46e2-9717-670eb8595fe4" providerId="AD" clId="Web-{7245A1CA-2968-7CD4-AE6C-3305BD783FC7}" dt="2025-03-26T14:42:20.903" v="75" actId="20577"/>
          <ac:spMkLst>
            <pc:docMk/>
            <pc:sldMk cId="1825437390" sldId="273"/>
            <ac:spMk id="2" creationId="{906879AD-0626-B591-A31A-DDC2F8CCF66A}"/>
          </ac:spMkLst>
        </pc:spChg>
        <pc:graphicFrameChg chg="modGraphic">
          <ac:chgData name="Jackson, Josiah" userId="S::jjackson3465@floridapoly.edu::7c216778-212d-46e2-9717-670eb8595fe4" providerId="AD" clId="Web-{7245A1CA-2968-7CD4-AE6C-3305BD783FC7}" dt="2025-03-26T14:39:56.413" v="39" actId="20577"/>
          <ac:graphicFrameMkLst>
            <pc:docMk/>
            <pc:sldMk cId="1825437390" sldId="273"/>
            <ac:graphicFrameMk id="5" creationId="{AD937913-74EC-16DD-9EFB-8E18C070CAF4}"/>
          </ac:graphicFrameMkLst>
        </pc:graphicFrameChg>
      </pc:sldChg>
    </pc:docChg>
  </pc:docChgLst>
  <pc:docChgLst>
    <pc:chgData name="Hesse, Samuel" userId="S::shesse3627@floridapoly.edu::84d1c00b-855e-4a75-9e50-bb53dcc600b8" providerId="AD" clId="Web-{0C0E34AB-2A3D-0F5C-8EAA-93D861DEE8BF}"/>
    <pc:docChg chg="modSld">
      <pc:chgData name="Hesse, Samuel" userId="S::shesse3627@floridapoly.edu::84d1c00b-855e-4a75-9e50-bb53dcc600b8" providerId="AD" clId="Web-{0C0E34AB-2A3D-0F5C-8EAA-93D861DEE8BF}" dt="2025-03-31T16:18:42.674" v="111"/>
      <pc:docMkLst>
        <pc:docMk/>
      </pc:docMkLst>
      <pc:sldChg chg="modNotes">
        <pc:chgData name="Hesse, Samuel" userId="S::shesse3627@floridapoly.edu::84d1c00b-855e-4a75-9e50-bb53dcc600b8" providerId="AD" clId="Web-{0C0E34AB-2A3D-0F5C-8EAA-93D861DEE8BF}" dt="2025-03-31T16:03:58.464" v="10"/>
        <pc:sldMkLst>
          <pc:docMk/>
          <pc:sldMk cId="686431365" sldId="258"/>
        </pc:sldMkLst>
      </pc:sldChg>
      <pc:sldChg chg="modNotes">
        <pc:chgData name="Hesse, Samuel" userId="S::shesse3627@floridapoly.edu::84d1c00b-855e-4a75-9e50-bb53dcc600b8" providerId="AD" clId="Web-{0C0E34AB-2A3D-0F5C-8EAA-93D861DEE8BF}" dt="2025-03-31T16:04:17.292" v="29"/>
        <pc:sldMkLst>
          <pc:docMk/>
          <pc:sldMk cId="3583200531" sldId="259"/>
        </pc:sldMkLst>
      </pc:sldChg>
      <pc:sldChg chg="modNotes">
        <pc:chgData name="Hesse, Samuel" userId="S::shesse3627@floridapoly.edu::84d1c00b-855e-4a75-9e50-bb53dcc600b8" providerId="AD" clId="Web-{0C0E34AB-2A3D-0F5C-8EAA-93D861DEE8BF}" dt="2025-03-31T16:04:33.902" v="33"/>
        <pc:sldMkLst>
          <pc:docMk/>
          <pc:sldMk cId="1433949439" sldId="260"/>
        </pc:sldMkLst>
      </pc:sldChg>
      <pc:sldChg chg="modNotes">
        <pc:chgData name="Hesse, Samuel" userId="S::shesse3627@floridapoly.edu::84d1c00b-855e-4a75-9e50-bb53dcc600b8" providerId="AD" clId="Web-{0C0E34AB-2A3D-0F5C-8EAA-93D861DEE8BF}" dt="2025-03-31T16:05:17.497" v="45"/>
        <pc:sldMkLst>
          <pc:docMk/>
          <pc:sldMk cId="1696651293" sldId="261"/>
        </pc:sldMkLst>
      </pc:sldChg>
      <pc:sldChg chg="modNotes">
        <pc:chgData name="Hesse, Samuel" userId="S::shesse3627@floridapoly.edu::84d1c00b-855e-4a75-9e50-bb53dcc600b8" providerId="AD" clId="Web-{0C0E34AB-2A3D-0F5C-8EAA-93D861DEE8BF}" dt="2025-03-31T16:04:41.840" v="39"/>
        <pc:sldMkLst>
          <pc:docMk/>
          <pc:sldMk cId="2179079293" sldId="262"/>
        </pc:sldMkLst>
      </pc:sldChg>
      <pc:sldChg chg="modNotes">
        <pc:chgData name="Hesse, Samuel" userId="S::shesse3627@floridapoly.edu::84d1c00b-855e-4a75-9e50-bb53dcc600b8" providerId="AD" clId="Web-{0C0E34AB-2A3D-0F5C-8EAA-93D861DEE8BF}" dt="2025-03-31T16:18:29.502" v="90"/>
        <pc:sldMkLst>
          <pc:docMk/>
          <pc:sldMk cId="825856741" sldId="263"/>
        </pc:sldMkLst>
      </pc:sldChg>
      <pc:sldChg chg="modNotes">
        <pc:chgData name="Hesse, Samuel" userId="S::shesse3627@floridapoly.edu::84d1c00b-855e-4a75-9e50-bb53dcc600b8" providerId="AD" clId="Web-{0C0E34AB-2A3D-0F5C-8EAA-93D861DEE8BF}" dt="2025-03-31T16:18:42.674" v="111"/>
        <pc:sldMkLst>
          <pc:docMk/>
          <pc:sldMk cId="2423233483" sldId="264"/>
        </pc:sldMkLst>
      </pc:sldChg>
      <pc:sldChg chg="modNotes">
        <pc:chgData name="Hesse, Samuel" userId="S::shesse3627@floridapoly.edu::84d1c00b-855e-4a75-9e50-bb53dcc600b8" providerId="AD" clId="Web-{0C0E34AB-2A3D-0F5C-8EAA-93D861DEE8BF}" dt="2025-03-31T16:03:43.776" v="1"/>
        <pc:sldMkLst>
          <pc:docMk/>
          <pc:sldMk cId="727186785" sldId="266"/>
        </pc:sldMkLst>
      </pc:sldChg>
      <pc:sldChg chg="modNotes">
        <pc:chgData name="Hesse, Samuel" userId="S::shesse3627@floridapoly.edu::84d1c00b-855e-4a75-9e50-bb53dcc600b8" providerId="AD" clId="Web-{0C0E34AB-2A3D-0F5C-8EAA-93D861DEE8BF}" dt="2025-03-31T16:05:23.153" v="51"/>
        <pc:sldMkLst>
          <pc:docMk/>
          <pc:sldMk cId="1162814394" sldId="267"/>
        </pc:sldMkLst>
      </pc:sldChg>
      <pc:sldChg chg="modNotes">
        <pc:chgData name="Hesse, Samuel" userId="S::shesse3627@floridapoly.edu::84d1c00b-855e-4a75-9e50-bb53dcc600b8" providerId="AD" clId="Web-{0C0E34AB-2A3D-0F5C-8EAA-93D861DEE8BF}" dt="2025-03-31T16:05:34.669" v="72"/>
        <pc:sldMkLst>
          <pc:docMk/>
          <pc:sldMk cId="3734989664" sldId="268"/>
        </pc:sldMkLst>
      </pc:sldChg>
      <pc:sldChg chg="modNotes">
        <pc:chgData name="Hesse, Samuel" userId="S::shesse3627@floridapoly.edu::84d1c00b-855e-4a75-9e50-bb53dcc600b8" providerId="AD" clId="Web-{0C0E34AB-2A3D-0F5C-8EAA-93D861DEE8BF}" dt="2025-03-31T16:05:27.388" v="57"/>
        <pc:sldMkLst>
          <pc:docMk/>
          <pc:sldMk cId="1751255213" sldId="269"/>
        </pc:sldMkLst>
      </pc:sldChg>
      <pc:sldChg chg="modNotes">
        <pc:chgData name="Hesse, Samuel" userId="S::shesse3627@floridapoly.edu::84d1c00b-855e-4a75-9e50-bb53dcc600b8" providerId="AD" clId="Web-{0C0E34AB-2A3D-0F5C-8EAA-93D861DEE8BF}" dt="2025-03-31T16:06:40.906" v="77"/>
        <pc:sldMkLst>
          <pc:docMk/>
          <pc:sldMk cId="2901037788" sldId="270"/>
        </pc:sldMkLst>
      </pc:sldChg>
      <pc:sldChg chg="modNotes">
        <pc:chgData name="Hesse, Samuel" userId="S::shesse3627@floridapoly.edu::84d1c00b-855e-4a75-9e50-bb53dcc600b8" providerId="AD" clId="Web-{0C0E34AB-2A3D-0F5C-8EAA-93D861DEE8BF}" dt="2025-03-31T16:06:45.718" v="79"/>
        <pc:sldMkLst>
          <pc:docMk/>
          <pc:sldMk cId="1685761757" sldId="271"/>
        </pc:sldMkLst>
      </pc:sldChg>
      <pc:sldChg chg="modNotes">
        <pc:chgData name="Hesse, Samuel" userId="S::shesse3627@floridapoly.edu::84d1c00b-855e-4a75-9e50-bb53dcc600b8" providerId="AD" clId="Web-{0C0E34AB-2A3D-0F5C-8EAA-93D861DEE8BF}" dt="2025-03-31T16:03:53.714" v="6"/>
        <pc:sldMkLst>
          <pc:docMk/>
          <pc:sldMk cId="1825437390" sldId="273"/>
        </pc:sldMkLst>
      </pc:sldChg>
    </pc:docChg>
  </pc:docChgLst>
  <pc:docChgLst>
    <pc:chgData name="Dort, Wenslo" userId="e5761512-e495-4c1c-b58b-ae59409dd842" providerId="ADAL" clId="{F8581517-30DC-44AC-BCC8-39D301DD057A}"/>
    <pc:docChg chg="undo custSel modSld">
      <pc:chgData name="Dort, Wenslo" userId="e5761512-e495-4c1c-b58b-ae59409dd842" providerId="ADAL" clId="{F8581517-30DC-44AC-BCC8-39D301DD057A}" dt="2025-04-02T16:38:57.150" v="3" actId="5793"/>
      <pc:docMkLst>
        <pc:docMk/>
      </pc:docMkLst>
      <pc:sldChg chg="modSp mod">
        <pc:chgData name="Dort, Wenslo" userId="e5761512-e495-4c1c-b58b-ae59409dd842" providerId="ADAL" clId="{F8581517-30DC-44AC-BCC8-39D301DD057A}" dt="2025-04-02T16:38:57.150" v="3" actId="5793"/>
        <pc:sldMkLst>
          <pc:docMk/>
          <pc:sldMk cId="2179079293" sldId="262"/>
        </pc:sldMkLst>
        <pc:spChg chg="mod">
          <ac:chgData name="Dort, Wenslo" userId="e5761512-e495-4c1c-b58b-ae59409dd842" providerId="ADAL" clId="{F8581517-30DC-44AC-BCC8-39D301DD057A}" dt="2025-04-02T16:38:57.150" v="3" actId="5793"/>
          <ac:spMkLst>
            <pc:docMk/>
            <pc:sldMk cId="2179079293" sldId="262"/>
            <ac:spMk id="4" creationId="{AC2DECAF-E79E-32FC-9CE4-AEA604DF12EE}"/>
          </ac:spMkLst>
        </pc:spChg>
      </pc:sldChg>
    </pc:docChg>
  </pc:docChgLst>
  <pc:docChgLst>
    <pc:chgData name="Jackson, Josiah" userId="S::jjackson3465@floridapoly.edu::7c216778-212d-46e2-9717-670eb8595fe4" providerId="AD" clId="Web-{9225F854-FC63-FA1F-336F-E229735F7AB8}"/>
    <pc:docChg chg="modSld sldOrd">
      <pc:chgData name="Jackson, Josiah" userId="S::jjackson3465@floridapoly.edu::7c216778-212d-46e2-9717-670eb8595fe4" providerId="AD" clId="Web-{9225F854-FC63-FA1F-336F-E229735F7AB8}" dt="2025-03-31T16:23:55.618" v="71" actId="20577"/>
      <pc:docMkLst>
        <pc:docMk/>
      </pc:docMkLst>
      <pc:sldChg chg="ord">
        <pc:chgData name="Jackson, Josiah" userId="S::jjackson3465@floridapoly.edu::7c216778-212d-46e2-9717-670eb8595fe4" providerId="AD" clId="Web-{9225F854-FC63-FA1F-336F-E229735F7AB8}" dt="2025-03-31T16:06:14.649" v="2"/>
        <pc:sldMkLst>
          <pc:docMk/>
          <pc:sldMk cId="1162814394" sldId="267"/>
        </pc:sldMkLst>
      </pc:sldChg>
      <pc:sldChg chg="modSp">
        <pc:chgData name="Jackson, Josiah" userId="S::jjackson3465@floridapoly.edu::7c216778-212d-46e2-9717-670eb8595fe4" providerId="AD" clId="Web-{9225F854-FC63-FA1F-336F-E229735F7AB8}" dt="2025-03-31T16:06:28.008" v="25" actId="20577"/>
        <pc:sldMkLst>
          <pc:docMk/>
          <pc:sldMk cId="799245451" sldId="274"/>
        </pc:sldMkLst>
        <pc:spChg chg="mod">
          <ac:chgData name="Jackson, Josiah" userId="S::jjackson3465@floridapoly.edu::7c216778-212d-46e2-9717-670eb8595fe4" providerId="AD" clId="Web-{9225F854-FC63-FA1F-336F-E229735F7AB8}" dt="2025-03-31T16:06:28.008" v="25" actId="20577"/>
          <ac:spMkLst>
            <pc:docMk/>
            <pc:sldMk cId="799245451" sldId="274"/>
            <ac:spMk id="5" creationId="{744FECEB-A965-543E-6D9B-7A9DFC63DA4A}"/>
          </ac:spMkLst>
        </pc:spChg>
      </pc:sldChg>
      <pc:sldChg chg="ord">
        <pc:chgData name="Jackson, Josiah" userId="S::jjackson3465@floridapoly.edu::7c216778-212d-46e2-9717-670eb8595fe4" providerId="AD" clId="Web-{9225F854-FC63-FA1F-336F-E229735F7AB8}" dt="2025-03-31T15:59:53.805" v="0"/>
        <pc:sldMkLst>
          <pc:docMk/>
          <pc:sldMk cId="2202006301" sldId="275"/>
        </pc:sldMkLst>
      </pc:sldChg>
      <pc:sldChg chg="modSp">
        <pc:chgData name="Jackson, Josiah" userId="S::jjackson3465@floridapoly.edu::7c216778-212d-46e2-9717-670eb8595fe4" providerId="AD" clId="Web-{9225F854-FC63-FA1F-336F-E229735F7AB8}" dt="2025-03-31T16:06:38.493" v="47" actId="20577"/>
        <pc:sldMkLst>
          <pc:docMk/>
          <pc:sldMk cId="959960164" sldId="276"/>
        </pc:sldMkLst>
      </pc:sldChg>
    </pc:docChg>
  </pc:docChgLst>
  <pc:docChgLst>
    <pc:chgData name="Ricci, Nicholas" userId="S::nricci0462@floridapoly.edu::43913b12-e7b8-463b-9ffa-a973981846e3" providerId="AD" clId="Web-{04E34EAF-596B-2831-E1CB-A897A9B1FB8C}"/>
    <pc:docChg chg="modSld">
      <pc:chgData name="Ricci, Nicholas" userId="S::nricci0462@floridapoly.edu::43913b12-e7b8-463b-9ffa-a973981846e3" providerId="AD" clId="Web-{04E34EAF-596B-2831-E1CB-A897A9B1FB8C}" dt="2025-03-24T18:41:25.768" v="147" actId="20577"/>
      <pc:docMkLst>
        <pc:docMk/>
      </pc:docMkLst>
      <pc:sldChg chg="modSp">
        <pc:chgData name="Ricci, Nicholas" userId="S::nricci0462@floridapoly.edu::43913b12-e7b8-463b-9ffa-a973981846e3" providerId="AD" clId="Web-{04E34EAF-596B-2831-E1CB-A897A9B1FB8C}" dt="2025-03-24T18:41:25.768" v="147" actId="20577"/>
        <pc:sldMkLst>
          <pc:docMk/>
          <pc:sldMk cId="1433949439" sldId="260"/>
        </pc:sldMkLst>
        <pc:spChg chg="mod">
          <ac:chgData name="Ricci, Nicholas" userId="S::nricci0462@floridapoly.edu::43913b12-e7b8-463b-9ffa-a973981846e3" providerId="AD" clId="Web-{04E34EAF-596B-2831-E1CB-A897A9B1FB8C}" dt="2025-03-24T18:41:25.768" v="147" actId="20577"/>
          <ac:spMkLst>
            <pc:docMk/>
            <pc:sldMk cId="1433949439" sldId="260"/>
            <ac:spMk id="4" creationId="{2E7B76A5-E570-C6E1-04D9-B8D937887944}"/>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820C6E-6B9E-46F6-8053-E7756A6454EF}"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4371FDC-EAD1-4AF8-B672-1292D78D9BF2}">
      <dgm:prSet/>
      <dgm:spPr/>
      <dgm:t>
        <a:bodyPr/>
        <a:lstStyle/>
        <a:p>
          <a:pPr algn="l"/>
          <a:r>
            <a:rPr lang="en-US">
              <a:solidFill>
                <a:srgbClr val="000000"/>
              </a:solidFill>
              <a:latin typeface="Calibri"/>
              <a:ea typeface="Calibri"/>
              <a:cs typeface="Calibri"/>
            </a:rPr>
            <a:t>Lakeland</a:t>
          </a:r>
          <a:r>
            <a:rPr lang="en-US" baseline="0">
              <a:solidFill>
                <a:srgbClr val="000000"/>
              </a:solidFill>
              <a:latin typeface="Calibri"/>
              <a:ea typeface="Calibri"/>
              <a:cs typeface="Calibri"/>
            </a:rPr>
            <a:t> Electric needs to plan for the impact of future construction. They need to forecast their future demand. Existing forecast models may not specifically reflect Lakeland specific conditions.</a:t>
          </a:r>
          <a:endParaRPr lang="en-US">
            <a:solidFill>
              <a:srgbClr val="000000"/>
            </a:solidFill>
            <a:latin typeface="Calibri"/>
            <a:ea typeface="Calibri"/>
            <a:cs typeface="Calibri"/>
          </a:endParaRPr>
        </a:p>
      </dgm:t>
    </dgm:pt>
    <dgm:pt modelId="{DF3AE226-C6F7-4EFC-9601-31BB01B713B4}" type="parTrans" cxnId="{CD19DB40-3B31-4CB2-A91F-F1DD0AC0FD5F}">
      <dgm:prSet/>
      <dgm:spPr/>
      <dgm:t>
        <a:bodyPr/>
        <a:lstStyle/>
        <a:p>
          <a:endParaRPr lang="en-US"/>
        </a:p>
      </dgm:t>
    </dgm:pt>
    <dgm:pt modelId="{2E01519F-3784-4A03-9A52-791622B99AA9}" type="sibTrans" cxnId="{CD19DB40-3B31-4CB2-A91F-F1DD0AC0FD5F}">
      <dgm:prSet/>
      <dgm:spPr/>
      <dgm:t>
        <a:bodyPr/>
        <a:lstStyle/>
        <a:p>
          <a:endParaRPr lang="en-US"/>
        </a:p>
      </dgm:t>
    </dgm:pt>
    <dgm:pt modelId="{45CA5C0D-313B-4A6E-BC38-D851CA204EAA}">
      <dgm:prSet/>
      <dgm:spPr/>
      <dgm:t>
        <a:bodyPr/>
        <a:lstStyle/>
        <a:p>
          <a:pPr algn="l"/>
          <a:r>
            <a:rPr lang="en-US">
              <a:solidFill>
                <a:srgbClr val="000000"/>
              </a:solidFill>
              <a:latin typeface="Calibri"/>
              <a:ea typeface="Calibri"/>
              <a:cs typeface="Calibri"/>
            </a:rPr>
            <a:t>This project will develop a forecasting model for Lakeland starting with residential customers based on Lakeland specific conditions.</a:t>
          </a:r>
        </a:p>
      </dgm:t>
    </dgm:pt>
    <dgm:pt modelId="{6B0D3E61-C843-45EB-BF71-4E033B426006}" type="parTrans" cxnId="{9BCAA17C-1A0C-4705-A830-1B310CCF0A89}">
      <dgm:prSet/>
      <dgm:spPr/>
      <dgm:t>
        <a:bodyPr/>
        <a:lstStyle/>
        <a:p>
          <a:endParaRPr lang="en-US"/>
        </a:p>
      </dgm:t>
    </dgm:pt>
    <dgm:pt modelId="{98F04DED-6A81-4896-9F0C-EEAC9E4AA2C8}" type="sibTrans" cxnId="{9BCAA17C-1A0C-4705-A830-1B310CCF0A89}">
      <dgm:prSet/>
      <dgm:spPr/>
      <dgm:t>
        <a:bodyPr/>
        <a:lstStyle/>
        <a:p>
          <a:endParaRPr lang="en-US"/>
        </a:p>
      </dgm:t>
    </dgm:pt>
    <dgm:pt modelId="{6C9E1457-E5F8-400D-BF91-F63CAF9B1767}" type="pres">
      <dgm:prSet presAssocID="{64820C6E-6B9E-46F6-8053-E7756A6454EF}" presName="hierChild1" presStyleCnt="0">
        <dgm:presLayoutVars>
          <dgm:chPref val="1"/>
          <dgm:dir/>
          <dgm:animOne val="branch"/>
          <dgm:animLvl val="lvl"/>
          <dgm:resizeHandles/>
        </dgm:presLayoutVars>
      </dgm:prSet>
      <dgm:spPr/>
    </dgm:pt>
    <dgm:pt modelId="{481E1EE9-9FB1-49CE-8BB8-6A3CE89550C3}" type="pres">
      <dgm:prSet presAssocID="{24371FDC-EAD1-4AF8-B672-1292D78D9BF2}" presName="hierRoot1" presStyleCnt="0"/>
      <dgm:spPr/>
    </dgm:pt>
    <dgm:pt modelId="{F0ACB6A6-5446-42A3-8F61-AC8AF27F2635}" type="pres">
      <dgm:prSet presAssocID="{24371FDC-EAD1-4AF8-B672-1292D78D9BF2}" presName="composite" presStyleCnt="0"/>
      <dgm:spPr/>
    </dgm:pt>
    <dgm:pt modelId="{FF9EB1EF-ADDA-412A-A518-A9415046A360}" type="pres">
      <dgm:prSet presAssocID="{24371FDC-EAD1-4AF8-B672-1292D78D9BF2}" presName="background" presStyleLbl="node0" presStyleIdx="0" presStyleCnt="2"/>
      <dgm:spPr/>
    </dgm:pt>
    <dgm:pt modelId="{F8A235A3-1002-454C-BC11-E7C5D1997BEF}" type="pres">
      <dgm:prSet presAssocID="{24371FDC-EAD1-4AF8-B672-1292D78D9BF2}" presName="text" presStyleLbl="fgAcc0" presStyleIdx="0" presStyleCnt="2">
        <dgm:presLayoutVars>
          <dgm:chPref val="3"/>
        </dgm:presLayoutVars>
      </dgm:prSet>
      <dgm:spPr/>
    </dgm:pt>
    <dgm:pt modelId="{9602B1AF-089D-4BCD-A176-5C7001105F7C}" type="pres">
      <dgm:prSet presAssocID="{24371FDC-EAD1-4AF8-B672-1292D78D9BF2}" presName="hierChild2" presStyleCnt="0"/>
      <dgm:spPr/>
    </dgm:pt>
    <dgm:pt modelId="{2C53234E-91D9-4A8F-916D-86A97FF2780C}" type="pres">
      <dgm:prSet presAssocID="{45CA5C0D-313B-4A6E-BC38-D851CA204EAA}" presName="hierRoot1" presStyleCnt="0"/>
      <dgm:spPr/>
    </dgm:pt>
    <dgm:pt modelId="{E9A71D14-AE63-413D-B62C-0FA9B4394EBB}" type="pres">
      <dgm:prSet presAssocID="{45CA5C0D-313B-4A6E-BC38-D851CA204EAA}" presName="composite" presStyleCnt="0"/>
      <dgm:spPr/>
    </dgm:pt>
    <dgm:pt modelId="{B6B1762D-098D-4B90-A00F-CE4F5465FC9D}" type="pres">
      <dgm:prSet presAssocID="{45CA5C0D-313B-4A6E-BC38-D851CA204EAA}" presName="background" presStyleLbl="node0" presStyleIdx="1" presStyleCnt="2"/>
      <dgm:spPr/>
    </dgm:pt>
    <dgm:pt modelId="{1D003791-A07D-4662-BCA4-AC44CA8C153C}" type="pres">
      <dgm:prSet presAssocID="{45CA5C0D-313B-4A6E-BC38-D851CA204EAA}" presName="text" presStyleLbl="fgAcc0" presStyleIdx="1" presStyleCnt="2">
        <dgm:presLayoutVars>
          <dgm:chPref val="3"/>
        </dgm:presLayoutVars>
      </dgm:prSet>
      <dgm:spPr/>
    </dgm:pt>
    <dgm:pt modelId="{35623F3F-1882-4852-AAB7-69F09E52A497}" type="pres">
      <dgm:prSet presAssocID="{45CA5C0D-313B-4A6E-BC38-D851CA204EAA}" presName="hierChild2" presStyleCnt="0"/>
      <dgm:spPr/>
    </dgm:pt>
  </dgm:ptLst>
  <dgm:cxnLst>
    <dgm:cxn modelId="{CD19DB40-3B31-4CB2-A91F-F1DD0AC0FD5F}" srcId="{64820C6E-6B9E-46F6-8053-E7756A6454EF}" destId="{24371FDC-EAD1-4AF8-B672-1292D78D9BF2}" srcOrd="0" destOrd="0" parTransId="{DF3AE226-C6F7-4EFC-9601-31BB01B713B4}" sibTransId="{2E01519F-3784-4A03-9A52-791622B99AA9}"/>
    <dgm:cxn modelId="{FC03BA5E-2ACA-4FBC-98D8-E9740810908C}" type="presOf" srcId="{24371FDC-EAD1-4AF8-B672-1292D78D9BF2}" destId="{F8A235A3-1002-454C-BC11-E7C5D1997BEF}" srcOrd="0" destOrd="0" presId="urn:microsoft.com/office/officeart/2005/8/layout/hierarchy1"/>
    <dgm:cxn modelId="{5581C267-811F-41B2-A3B9-5CD35EB882D7}" type="presOf" srcId="{64820C6E-6B9E-46F6-8053-E7756A6454EF}" destId="{6C9E1457-E5F8-400D-BF91-F63CAF9B1767}" srcOrd="0" destOrd="0" presId="urn:microsoft.com/office/officeart/2005/8/layout/hierarchy1"/>
    <dgm:cxn modelId="{9BCAA17C-1A0C-4705-A830-1B310CCF0A89}" srcId="{64820C6E-6B9E-46F6-8053-E7756A6454EF}" destId="{45CA5C0D-313B-4A6E-BC38-D851CA204EAA}" srcOrd="1" destOrd="0" parTransId="{6B0D3E61-C843-45EB-BF71-4E033B426006}" sibTransId="{98F04DED-6A81-4896-9F0C-EEAC9E4AA2C8}"/>
    <dgm:cxn modelId="{FB9EBAF6-5858-40EB-9692-9CECBB7182AA}" type="presOf" srcId="{45CA5C0D-313B-4A6E-BC38-D851CA204EAA}" destId="{1D003791-A07D-4662-BCA4-AC44CA8C153C}" srcOrd="0" destOrd="0" presId="urn:microsoft.com/office/officeart/2005/8/layout/hierarchy1"/>
    <dgm:cxn modelId="{AEC265CA-B1EE-44F1-AD0B-23E8CF47C512}" type="presParOf" srcId="{6C9E1457-E5F8-400D-BF91-F63CAF9B1767}" destId="{481E1EE9-9FB1-49CE-8BB8-6A3CE89550C3}" srcOrd="0" destOrd="0" presId="urn:microsoft.com/office/officeart/2005/8/layout/hierarchy1"/>
    <dgm:cxn modelId="{428CE21D-EB48-498B-BB6E-F9F148E4CE71}" type="presParOf" srcId="{481E1EE9-9FB1-49CE-8BB8-6A3CE89550C3}" destId="{F0ACB6A6-5446-42A3-8F61-AC8AF27F2635}" srcOrd="0" destOrd="0" presId="urn:microsoft.com/office/officeart/2005/8/layout/hierarchy1"/>
    <dgm:cxn modelId="{96116182-5105-43F1-A10B-9B8E4E6CDC1D}" type="presParOf" srcId="{F0ACB6A6-5446-42A3-8F61-AC8AF27F2635}" destId="{FF9EB1EF-ADDA-412A-A518-A9415046A360}" srcOrd="0" destOrd="0" presId="urn:microsoft.com/office/officeart/2005/8/layout/hierarchy1"/>
    <dgm:cxn modelId="{1959D94F-7C32-4BFA-AB2E-B2251B007FF7}" type="presParOf" srcId="{F0ACB6A6-5446-42A3-8F61-AC8AF27F2635}" destId="{F8A235A3-1002-454C-BC11-E7C5D1997BEF}" srcOrd="1" destOrd="0" presId="urn:microsoft.com/office/officeart/2005/8/layout/hierarchy1"/>
    <dgm:cxn modelId="{ED9BD2AF-9062-40B8-A596-25D7BFCD7FB4}" type="presParOf" srcId="{481E1EE9-9FB1-49CE-8BB8-6A3CE89550C3}" destId="{9602B1AF-089D-4BCD-A176-5C7001105F7C}" srcOrd="1" destOrd="0" presId="urn:microsoft.com/office/officeart/2005/8/layout/hierarchy1"/>
    <dgm:cxn modelId="{F4259892-E12C-489F-BBDD-A315FA9C2CE7}" type="presParOf" srcId="{6C9E1457-E5F8-400D-BF91-F63CAF9B1767}" destId="{2C53234E-91D9-4A8F-916D-86A97FF2780C}" srcOrd="1" destOrd="0" presId="urn:microsoft.com/office/officeart/2005/8/layout/hierarchy1"/>
    <dgm:cxn modelId="{57652A20-E226-4382-8292-C92E4C77B7AE}" type="presParOf" srcId="{2C53234E-91D9-4A8F-916D-86A97FF2780C}" destId="{E9A71D14-AE63-413D-B62C-0FA9B4394EBB}" srcOrd="0" destOrd="0" presId="urn:microsoft.com/office/officeart/2005/8/layout/hierarchy1"/>
    <dgm:cxn modelId="{2C9AC43E-8BE4-41E4-8176-10CD6F10A483}" type="presParOf" srcId="{E9A71D14-AE63-413D-B62C-0FA9B4394EBB}" destId="{B6B1762D-098D-4B90-A00F-CE4F5465FC9D}" srcOrd="0" destOrd="0" presId="urn:microsoft.com/office/officeart/2005/8/layout/hierarchy1"/>
    <dgm:cxn modelId="{F04238B0-7B7C-4494-BB24-12AA5AF383C8}" type="presParOf" srcId="{E9A71D14-AE63-413D-B62C-0FA9B4394EBB}" destId="{1D003791-A07D-4662-BCA4-AC44CA8C153C}" srcOrd="1" destOrd="0" presId="urn:microsoft.com/office/officeart/2005/8/layout/hierarchy1"/>
    <dgm:cxn modelId="{9C7C16CA-B383-4296-8ADF-9A61DF5A0490}" type="presParOf" srcId="{2C53234E-91D9-4A8F-916D-86A97FF2780C}" destId="{35623F3F-1882-4852-AAB7-69F09E52A49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5F2946-5316-45EB-8579-45976C10DDFB}"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5165CB04-978E-4EA3-85A7-9CB74DE4AB3A}">
      <dgm:prSet/>
      <dgm:spPr/>
      <dgm:t>
        <a:bodyPr/>
        <a:lstStyle/>
        <a:p>
          <a:r>
            <a:rPr lang="en-US">
              <a:latin typeface="Aptos"/>
            </a:rPr>
            <a:t>Staff at Lakeland Electric need accurate load predictions to ensure they can reliably meet growing electricity demand without interruptions, while keeping rates fair and manageable for their customers.</a:t>
          </a:r>
          <a:endParaRPr lang="en-US"/>
        </a:p>
      </dgm:t>
    </dgm:pt>
    <dgm:pt modelId="{4904819F-7218-4A8D-B69D-B4B60AA3492A}" type="parTrans" cxnId="{B7AD406E-FD7E-44C0-AA7B-30E2FFA74EC5}">
      <dgm:prSet/>
      <dgm:spPr/>
      <dgm:t>
        <a:bodyPr/>
        <a:lstStyle/>
        <a:p>
          <a:endParaRPr lang="en-US"/>
        </a:p>
      </dgm:t>
    </dgm:pt>
    <dgm:pt modelId="{5C8C4B07-FE21-4C17-84A8-60F8F36D4BA1}" type="sibTrans" cxnId="{B7AD406E-FD7E-44C0-AA7B-30E2FFA74EC5}">
      <dgm:prSet/>
      <dgm:spPr/>
      <dgm:t>
        <a:bodyPr/>
        <a:lstStyle/>
        <a:p>
          <a:endParaRPr lang="en-US"/>
        </a:p>
      </dgm:t>
    </dgm:pt>
    <dgm:pt modelId="{ACFDA74D-F88A-467C-8784-79EA27A6279D}">
      <dgm:prSet/>
      <dgm:spPr/>
      <dgm:t>
        <a:bodyPr/>
        <a:lstStyle/>
        <a:p>
          <a:pPr algn="ctr"/>
          <a:r>
            <a:rPr lang="en-US"/>
            <a:t>We must improve load prediction models to account for future growth, analyze demand to anticipate shortfalls, and determine if electricity purchases or rate adjustments are needed to help Lakeland Electric meet growing demand reliably, and manage rates fairly for their clients.</a:t>
          </a:r>
        </a:p>
      </dgm:t>
    </dgm:pt>
    <dgm:pt modelId="{A4827F0C-1335-4AD2-AE14-F718A8DD1032}" type="parTrans" cxnId="{674B8CBA-1DAC-4E60-9264-EF83CB79D485}">
      <dgm:prSet/>
      <dgm:spPr/>
      <dgm:t>
        <a:bodyPr/>
        <a:lstStyle/>
        <a:p>
          <a:endParaRPr lang="en-US"/>
        </a:p>
      </dgm:t>
    </dgm:pt>
    <dgm:pt modelId="{7A127A60-C50F-40EE-8461-334A4FA939D1}" type="sibTrans" cxnId="{674B8CBA-1DAC-4E60-9264-EF83CB79D485}">
      <dgm:prSet/>
      <dgm:spPr/>
      <dgm:t>
        <a:bodyPr/>
        <a:lstStyle/>
        <a:p>
          <a:endParaRPr lang="en-US"/>
        </a:p>
      </dgm:t>
    </dgm:pt>
    <dgm:pt modelId="{8542AFCA-74E4-4085-803E-BA57DC13BE6E}" type="pres">
      <dgm:prSet presAssocID="{865F2946-5316-45EB-8579-45976C10DDFB}" presName="diagram" presStyleCnt="0">
        <dgm:presLayoutVars>
          <dgm:dir/>
          <dgm:resizeHandles val="exact"/>
        </dgm:presLayoutVars>
      </dgm:prSet>
      <dgm:spPr/>
    </dgm:pt>
    <dgm:pt modelId="{C433301E-A28B-4493-8F18-38AF791F788D}" type="pres">
      <dgm:prSet presAssocID="{5165CB04-978E-4EA3-85A7-9CB74DE4AB3A}" presName="node" presStyleLbl="node1" presStyleIdx="0" presStyleCnt="2">
        <dgm:presLayoutVars>
          <dgm:bulletEnabled val="1"/>
        </dgm:presLayoutVars>
      </dgm:prSet>
      <dgm:spPr>
        <a:solidFill>
          <a:schemeClr val="accent1"/>
        </a:solidFill>
      </dgm:spPr>
    </dgm:pt>
    <dgm:pt modelId="{6DFF42E8-04B4-4C05-BF72-B4F3ED4348E8}" type="pres">
      <dgm:prSet presAssocID="{5C8C4B07-FE21-4C17-84A8-60F8F36D4BA1}" presName="sibTrans" presStyleCnt="0"/>
      <dgm:spPr/>
    </dgm:pt>
    <dgm:pt modelId="{CD384352-8545-41BC-8C8B-0AAC214E32DA}" type="pres">
      <dgm:prSet presAssocID="{ACFDA74D-F88A-467C-8784-79EA27A6279D}" presName="node" presStyleLbl="node1" presStyleIdx="1" presStyleCnt="2">
        <dgm:presLayoutVars>
          <dgm:bulletEnabled val="1"/>
        </dgm:presLayoutVars>
      </dgm:prSet>
      <dgm:spPr>
        <a:solidFill>
          <a:schemeClr val="accent1"/>
        </a:solidFill>
      </dgm:spPr>
    </dgm:pt>
  </dgm:ptLst>
  <dgm:cxnLst>
    <dgm:cxn modelId="{48208E32-9063-48AA-8A0A-5C20811AE158}" type="presOf" srcId="{865F2946-5316-45EB-8579-45976C10DDFB}" destId="{8542AFCA-74E4-4085-803E-BA57DC13BE6E}" srcOrd="0" destOrd="0" presId="urn:microsoft.com/office/officeart/2005/8/layout/default"/>
    <dgm:cxn modelId="{B7AD406E-FD7E-44C0-AA7B-30E2FFA74EC5}" srcId="{865F2946-5316-45EB-8579-45976C10DDFB}" destId="{5165CB04-978E-4EA3-85A7-9CB74DE4AB3A}" srcOrd="0" destOrd="0" parTransId="{4904819F-7218-4A8D-B69D-B4B60AA3492A}" sibTransId="{5C8C4B07-FE21-4C17-84A8-60F8F36D4BA1}"/>
    <dgm:cxn modelId="{674B8CBA-1DAC-4E60-9264-EF83CB79D485}" srcId="{865F2946-5316-45EB-8579-45976C10DDFB}" destId="{ACFDA74D-F88A-467C-8784-79EA27A6279D}" srcOrd="1" destOrd="0" parTransId="{A4827F0C-1335-4AD2-AE14-F718A8DD1032}" sibTransId="{7A127A60-C50F-40EE-8461-334A4FA939D1}"/>
    <dgm:cxn modelId="{799C2BBE-EF7E-4C94-88AF-FBD76E782E53}" type="presOf" srcId="{ACFDA74D-F88A-467C-8784-79EA27A6279D}" destId="{CD384352-8545-41BC-8C8B-0AAC214E32DA}" srcOrd="0" destOrd="0" presId="urn:microsoft.com/office/officeart/2005/8/layout/default"/>
    <dgm:cxn modelId="{D33179F4-07CE-4AC7-B037-B45AC08384B6}" type="presOf" srcId="{5165CB04-978E-4EA3-85A7-9CB74DE4AB3A}" destId="{C433301E-A28B-4493-8F18-38AF791F788D}" srcOrd="0" destOrd="0" presId="urn:microsoft.com/office/officeart/2005/8/layout/default"/>
    <dgm:cxn modelId="{7714E822-1E5B-4956-96B3-A21F9E50321F}" type="presParOf" srcId="{8542AFCA-74E4-4085-803E-BA57DC13BE6E}" destId="{C433301E-A28B-4493-8F18-38AF791F788D}" srcOrd="0" destOrd="0" presId="urn:microsoft.com/office/officeart/2005/8/layout/default"/>
    <dgm:cxn modelId="{26669168-115C-4414-BB5A-051A50586C64}" type="presParOf" srcId="{8542AFCA-74E4-4085-803E-BA57DC13BE6E}" destId="{6DFF42E8-04B4-4C05-BF72-B4F3ED4348E8}" srcOrd="1" destOrd="0" presId="urn:microsoft.com/office/officeart/2005/8/layout/default"/>
    <dgm:cxn modelId="{B806E31E-BDAD-435D-953F-357411C06AEA}" type="presParOf" srcId="{8542AFCA-74E4-4085-803E-BA57DC13BE6E}" destId="{CD384352-8545-41BC-8C8B-0AAC214E32DA}"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60007B-2CBA-41AC-B864-D0FA632C3F1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D3D477A-69BF-406D-86F2-8929D7DCEDBC}">
      <dgm:prSet/>
      <dgm:spPr/>
      <dgm:t>
        <a:bodyPr/>
        <a:lstStyle/>
        <a:p>
          <a:pPr rtl="0">
            <a:lnSpc>
              <a:spcPct val="100000"/>
            </a:lnSpc>
          </a:pPr>
          <a:r>
            <a:rPr lang="en-US" b="1"/>
            <a:t>Constraints: </a:t>
          </a:r>
          <a:r>
            <a:rPr lang="en-US">
              <a:solidFill>
                <a:srgbClr val="3B3A3B"/>
              </a:solidFill>
              <a:latin typeface="Inter"/>
            </a:rPr>
            <a:t>The dataset was limited in both scope and scale. It only included historical data from a few residential buildings and didn’t have any real-time data. Because of that, the model couldn’t fully capture how load changes across the entire grid.</a:t>
          </a:r>
        </a:p>
      </dgm:t>
    </dgm:pt>
    <dgm:pt modelId="{79C0DB79-54AC-42F5-BF74-8FED1B46D7AE}" type="parTrans" cxnId="{C3C0FFED-B787-4ACE-A353-0794F867A443}">
      <dgm:prSet/>
      <dgm:spPr/>
      <dgm:t>
        <a:bodyPr/>
        <a:lstStyle/>
        <a:p>
          <a:endParaRPr lang="en-US"/>
        </a:p>
      </dgm:t>
    </dgm:pt>
    <dgm:pt modelId="{B8508623-00AE-4978-A6CD-9EC2E3D6BB21}" type="sibTrans" cxnId="{C3C0FFED-B787-4ACE-A353-0794F867A443}">
      <dgm:prSet/>
      <dgm:spPr/>
      <dgm:t>
        <a:bodyPr/>
        <a:lstStyle/>
        <a:p>
          <a:endParaRPr lang="en-US"/>
        </a:p>
      </dgm:t>
    </dgm:pt>
    <dgm:pt modelId="{3E7AB4C3-491E-48BC-8914-DA9A3DDEAB24}">
      <dgm:prSet/>
      <dgm:spPr/>
      <dgm:t>
        <a:bodyPr/>
        <a:lstStyle/>
        <a:p>
          <a:pPr rtl="0">
            <a:lnSpc>
              <a:spcPct val="100000"/>
            </a:lnSpc>
          </a:pPr>
          <a:r>
            <a:rPr lang="en-US" b="1"/>
            <a:t>Situational Context:</a:t>
          </a:r>
          <a:r>
            <a:rPr lang="en-US" b="1">
              <a:latin typeface="Aptos Display" panose="020F0302020204030204"/>
            </a:rPr>
            <a:t> </a:t>
          </a:r>
          <a:r>
            <a:rPr lang="en-US">
              <a:solidFill>
                <a:srgbClr val="3B3A3B"/>
              </a:solidFill>
              <a:latin typeface="Inter"/>
            </a:rPr>
            <a:t>Lakeland Electric currently uses commercial tools like Itron for forecasting, which already factor in things like weather and calendar effects. But these models are built for broader system-level </a:t>
          </a:r>
          <a:r>
            <a:rPr lang="en-US" b="0">
              <a:solidFill>
                <a:srgbClr val="3B3A3B"/>
              </a:solidFill>
              <a:latin typeface="Inter"/>
            </a:rPr>
            <a:t>forecasts </a:t>
          </a:r>
          <a:r>
            <a:rPr lang="en-US">
              <a:solidFill>
                <a:srgbClr val="3B3A3B"/>
              </a:solidFill>
              <a:latin typeface="Inter"/>
            </a:rPr>
            <a:t>and </a:t>
          </a:r>
          <a:r>
            <a:rPr lang="en-US" b="0">
              <a:solidFill>
                <a:srgbClr val="3B3A3B"/>
              </a:solidFill>
              <a:latin typeface="Inter"/>
            </a:rPr>
            <a:t>aren’t really designed </a:t>
          </a:r>
          <a:r>
            <a:rPr lang="en-US">
              <a:solidFill>
                <a:srgbClr val="3B3A3B"/>
              </a:solidFill>
              <a:latin typeface="Inter"/>
            </a:rPr>
            <a:t>for </a:t>
          </a:r>
          <a:r>
            <a:rPr lang="en-US" b="0">
              <a:solidFill>
                <a:srgbClr val="3B3A3B"/>
              </a:solidFill>
              <a:latin typeface="Inter"/>
            </a:rPr>
            <a:t>hourly-level </a:t>
          </a:r>
          <a:r>
            <a:rPr lang="en-US">
              <a:solidFill>
                <a:srgbClr val="3B3A3B"/>
              </a:solidFill>
              <a:latin typeface="Inter"/>
            </a:rPr>
            <a:t>predictions or </a:t>
          </a:r>
          <a:r>
            <a:rPr lang="en-US" b="0">
              <a:solidFill>
                <a:srgbClr val="3B3A3B"/>
              </a:solidFill>
              <a:latin typeface="Inter"/>
            </a:rPr>
            <a:t>dynamic pricing</a:t>
          </a:r>
          <a:r>
            <a:rPr lang="en-US">
              <a:solidFill>
                <a:srgbClr val="3B3A3B"/>
              </a:solidFill>
              <a:latin typeface="Inter"/>
            </a:rPr>
            <a:t>. This project looks at whether building a custom model using Lakeland-specific weather, pricing, and load data can improve accuracy and better support future planning.</a:t>
          </a:r>
        </a:p>
      </dgm:t>
    </dgm:pt>
    <dgm:pt modelId="{BB6666B5-637C-4A7A-ACBD-F90C91D4E73A}" type="parTrans" cxnId="{0407A72A-CD8B-42F4-B8D7-22099E36F4CC}">
      <dgm:prSet/>
      <dgm:spPr/>
      <dgm:t>
        <a:bodyPr/>
        <a:lstStyle/>
        <a:p>
          <a:endParaRPr lang="en-US"/>
        </a:p>
      </dgm:t>
    </dgm:pt>
    <dgm:pt modelId="{350AB795-677F-4DA9-B7BE-5FED0890AB67}" type="sibTrans" cxnId="{0407A72A-CD8B-42F4-B8D7-22099E36F4CC}">
      <dgm:prSet/>
      <dgm:spPr/>
      <dgm:t>
        <a:bodyPr/>
        <a:lstStyle/>
        <a:p>
          <a:endParaRPr lang="en-US"/>
        </a:p>
      </dgm:t>
    </dgm:pt>
    <dgm:pt modelId="{5424E2BC-32BF-4298-BC3B-B58F9FDC9A43}">
      <dgm:prSet/>
      <dgm:spPr/>
      <dgm:t>
        <a:bodyPr/>
        <a:lstStyle/>
        <a:p>
          <a:pPr rtl="0">
            <a:lnSpc>
              <a:spcPct val="100000"/>
            </a:lnSpc>
          </a:pPr>
          <a:r>
            <a:rPr lang="en-US" b="1"/>
            <a:t>Relative Codes &amp; Standards:</a:t>
          </a:r>
          <a:r>
            <a:rPr lang="en-US" b="1">
              <a:solidFill>
                <a:srgbClr val="3B3A3B"/>
              </a:solidFill>
              <a:latin typeface="Aptos Display" panose="020F0302020204030204"/>
            </a:rPr>
            <a:t> </a:t>
          </a:r>
          <a:r>
            <a:rPr lang="en-US">
              <a:solidFill>
                <a:srgbClr val="3B3A3B"/>
              </a:solidFill>
              <a:latin typeface="Inter"/>
            </a:rPr>
            <a:t> Best</a:t>
          </a:r>
          <a:r>
            <a:rPr lang="en-US" b="0">
              <a:solidFill>
                <a:srgbClr val="3B3A3B"/>
              </a:solidFill>
              <a:latin typeface="Inter"/>
            </a:rPr>
            <a:t> data practices such as transparency and reproducibility were </a:t>
          </a:r>
          <a:r>
            <a:rPr lang="en-US">
              <a:solidFill>
                <a:srgbClr val="3B3A3B"/>
              </a:solidFill>
              <a:latin typeface="Inter"/>
            </a:rPr>
            <a:t>followed. The modeling also follows good forecasting methods like rolling window evaluation and bias correction to make sure it’s reliable over time.</a:t>
          </a:r>
        </a:p>
      </dgm:t>
    </dgm:pt>
    <dgm:pt modelId="{CA6B9AF7-A476-4228-B500-35A33DE84B6D}" type="parTrans" cxnId="{566C5AE8-57C2-4CAD-B04B-17960685AB10}">
      <dgm:prSet/>
      <dgm:spPr/>
      <dgm:t>
        <a:bodyPr/>
        <a:lstStyle/>
        <a:p>
          <a:endParaRPr lang="en-US"/>
        </a:p>
      </dgm:t>
    </dgm:pt>
    <dgm:pt modelId="{63FAEE72-EC34-4A01-8A43-B070A4A64E4A}" type="sibTrans" cxnId="{566C5AE8-57C2-4CAD-B04B-17960685AB10}">
      <dgm:prSet/>
      <dgm:spPr/>
      <dgm:t>
        <a:bodyPr/>
        <a:lstStyle/>
        <a:p>
          <a:endParaRPr lang="en-US"/>
        </a:p>
      </dgm:t>
    </dgm:pt>
    <dgm:pt modelId="{71E9C697-6A49-4BA5-ADD2-FB68D02C76D8}" type="pres">
      <dgm:prSet presAssocID="{2360007B-2CBA-41AC-B864-D0FA632C3F10}" presName="root" presStyleCnt="0">
        <dgm:presLayoutVars>
          <dgm:dir/>
          <dgm:resizeHandles val="exact"/>
        </dgm:presLayoutVars>
      </dgm:prSet>
      <dgm:spPr/>
    </dgm:pt>
    <dgm:pt modelId="{EAD7ADB5-AA62-4637-8887-5D5AFC03FAF8}" type="pres">
      <dgm:prSet presAssocID="{BD3D477A-69BF-406D-86F2-8929D7DCEDBC}" presName="compNode" presStyleCnt="0"/>
      <dgm:spPr/>
    </dgm:pt>
    <dgm:pt modelId="{FF5F37C6-0D58-4848-8A20-5521AA452CAC}" type="pres">
      <dgm:prSet presAssocID="{BD3D477A-69BF-406D-86F2-8929D7DCEDBC}" presName="bgRect" presStyleLbl="bgShp" presStyleIdx="0" presStyleCnt="3"/>
      <dgm:spPr/>
    </dgm:pt>
    <dgm:pt modelId="{79FC384D-D022-4560-BDBF-8B957C6F7BD6}" type="pres">
      <dgm:prSet presAssocID="{BD3D477A-69BF-406D-86F2-8929D7DCEDB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ity"/>
        </a:ext>
      </dgm:extLst>
    </dgm:pt>
    <dgm:pt modelId="{858237E8-7440-493D-9503-88D29744A5C2}" type="pres">
      <dgm:prSet presAssocID="{BD3D477A-69BF-406D-86F2-8929D7DCEDBC}" presName="spaceRect" presStyleCnt="0"/>
      <dgm:spPr/>
    </dgm:pt>
    <dgm:pt modelId="{D9A6D663-24A2-4FC6-9749-6169D498714A}" type="pres">
      <dgm:prSet presAssocID="{BD3D477A-69BF-406D-86F2-8929D7DCEDBC}" presName="parTx" presStyleLbl="revTx" presStyleIdx="0" presStyleCnt="3">
        <dgm:presLayoutVars>
          <dgm:chMax val="0"/>
          <dgm:chPref val="0"/>
        </dgm:presLayoutVars>
      </dgm:prSet>
      <dgm:spPr/>
    </dgm:pt>
    <dgm:pt modelId="{E6040D63-B601-4554-89D8-5578389F9E29}" type="pres">
      <dgm:prSet presAssocID="{B8508623-00AE-4978-A6CD-9EC2E3D6BB21}" presName="sibTrans" presStyleCnt="0"/>
      <dgm:spPr/>
    </dgm:pt>
    <dgm:pt modelId="{7AC78DAA-CBC6-4F17-9749-A138F98C8D05}" type="pres">
      <dgm:prSet presAssocID="{3E7AB4C3-491E-48BC-8914-DA9A3DDEAB24}" presName="compNode" presStyleCnt="0"/>
      <dgm:spPr/>
    </dgm:pt>
    <dgm:pt modelId="{4E6A026E-AA41-4ADB-9610-A741A51DCA7E}" type="pres">
      <dgm:prSet presAssocID="{3E7AB4C3-491E-48BC-8914-DA9A3DDEAB24}" presName="bgRect" presStyleLbl="bgShp" presStyleIdx="1" presStyleCnt="3"/>
      <dgm:spPr/>
    </dgm:pt>
    <dgm:pt modelId="{CE220394-6944-4530-BD7E-E28015576DF4}" type="pres">
      <dgm:prSet presAssocID="{3E7AB4C3-491E-48BC-8914-DA9A3DDEAB2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n"/>
        </a:ext>
      </dgm:extLst>
    </dgm:pt>
    <dgm:pt modelId="{AB03C172-EADC-4C50-B587-55BFFC3589BE}" type="pres">
      <dgm:prSet presAssocID="{3E7AB4C3-491E-48BC-8914-DA9A3DDEAB24}" presName="spaceRect" presStyleCnt="0"/>
      <dgm:spPr/>
    </dgm:pt>
    <dgm:pt modelId="{B90B610B-34B7-46D9-A528-43EACD768E82}" type="pres">
      <dgm:prSet presAssocID="{3E7AB4C3-491E-48BC-8914-DA9A3DDEAB24}" presName="parTx" presStyleLbl="revTx" presStyleIdx="1" presStyleCnt="3">
        <dgm:presLayoutVars>
          <dgm:chMax val="0"/>
          <dgm:chPref val="0"/>
        </dgm:presLayoutVars>
      </dgm:prSet>
      <dgm:spPr/>
    </dgm:pt>
    <dgm:pt modelId="{8857B7FC-DF67-4052-BF15-4D797679D901}" type="pres">
      <dgm:prSet presAssocID="{350AB795-677F-4DA9-B7BE-5FED0890AB67}" presName="sibTrans" presStyleCnt="0"/>
      <dgm:spPr/>
    </dgm:pt>
    <dgm:pt modelId="{880E24E0-0B01-4BAE-9853-D77D48DBBC81}" type="pres">
      <dgm:prSet presAssocID="{5424E2BC-32BF-4298-BC3B-B58F9FDC9A43}" presName="compNode" presStyleCnt="0"/>
      <dgm:spPr/>
    </dgm:pt>
    <dgm:pt modelId="{76F9DE81-1D70-4F71-93A1-C8C67D5045C1}" type="pres">
      <dgm:prSet presAssocID="{5424E2BC-32BF-4298-BC3B-B58F9FDC9A43}" presName="bgRect" presStyleLbl="bgShp" presStyleIdx="2" presStyleCnt="3"/>
      <dgm:spPr/>
    </dgm:pt>
    <dgm:pt modelId="{A7FBFCCA-E747-4EBD-9626-29B6D27A831F}" type="pres">
      <dgm:prSet presAssocID="{5424E2BC-32BF-4298-BC3B-B58F9FDC9A43}"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esentation with Checklist"/>
        </a:ext>
      </dgm:extLst>
    </dgm:pt>
    <dgm:pt modelId="{D3C5F0EA-AFF7-480B-964E-DC90AD555D9F}" type="pres">
      <dgm:prSet presAssocID="{5424E2BC-32BF-4298-BC3B-B58F9FDC9A43}" presName="spaceRect" presStyleCnt="0"/>
      <dgm:spPr/>
    </dgm:pt>
    <dgm:pt modelId="{85635F87-826D-4992-AFAF-382AF270D1B7}" type="pres">
      <dgm:prSet presAssocID="{5424E2BC-32BF-4298-BC3B-B58F9FDC9A43}" presName="parTx" presStyleLbl="revTx" presStyleIdx="2" presStyleCnt="3">
        <dgm:presLayoutVars>
          <dgm:chMax val="0"/>
          <dgm:chPref val="0"/>
        </dgm:presLayoutVars>
      </dgm:prSet>
      <dgm:spPr/>
    </dgm:pt>
  </dgm:ptLst>
  <dgm:cxnLst>
    <dgm:cxn modelId="{0407A72A-CD8B-42F4-B8D7-22099E36F4CC}" srcId="{2360007B-2CBA-41AC-B864-D0FA632C3F10}" destId="{3E7AB4C3-491E-48BC-8914-DA9A3DDEAB24}" srcOrd="1" destOrd="0" parTransId="{BB6666B5-637C-4A7A-ACBD-F90C91D4E73A}" sibTransId="{350AB795-677F-4DA9-B7BE-5FED0890AB67}"/>
    <dgm:cxn modelId="{E1844B3F-6634-4AF5-A372-B1DEDB1DA9B6}" type="presOf" srcId="{5424E2BC-32BF-4298-BC3B-B58F9FDC9A43}" destId="{85635F87-826D-4992-AFAF-382AF270D1B7}" srcOrd="0" destOrd="0" presId="urn:microsoft.com/office/officeart/2018/2/layout/IconVerticalSolidList"/>
    <dgm:cxn modelId="{D683E04B-7949-4538-AFE3-9BCD2E470328}" type="presOf" srcId="{3E7AB4C3-491E-48BC-8914-DA9A3DDEAB24}" destId="{B90B610B-34B7-46D9-A528-43EACD768E82}" srcOrd="0" destOrd="0" presId="urn:microsoft.com/office/officeart/2018/2/layout/IconVerticalSolidList"/>
    <dgm:cxn modelId="{0D188B54-D56C-42E8-99D3-044AE2DEE7A7}" type="presOf" srcId="{BD3D477A-69BF-406D-86F2-8929D7DCEDBC}" destId="{D9A6D663-24A2-4FC6-9749-6169D498714A}" srcOrd="0" destOrd="0" presId="urn:microsoft.com/office/officeart/2018/2/layout/IconVerticalSolidList"/>
    <dgm:cxn modelId="{DAAA98BA-3731-4A9C-8023-EAAED0BC2BFD}" type="presOf" srcId="{2360007B-2CBA-41AC-B864-D0FA632C3F10}" destId="{71E9C697-6A49-4BA5-ADD2-FB68D02C76D8}" srcOrd="0" destOrd="0" presId="urn:microsoft.com/office/officeart/2018/2/layout/IconVerticalSolidList"/>
    <dgm:cxn modelId="{566C5AE8-57C2-4CAD-B04B-17960685AB10}" srcId="{2360007B-2CBA-41AC-B864-D0FA632C3F10}" destId="{5424E2BC-32BF-4298-BC3B-B58F9FDC9A43}" srcOrd="2" destOrd="0" parTransId="{CA6B9AF7-A476-4228-B500-35A33DE84B6D}" sibTransId="{63FAEE72-EC34-4A01-8A43-B070A4A64E4A}"/>
    <dgm:cxn modelId="{C3C0FFED-B787-4ACE-A353-0794F867A443}" srcId="{2360007B-2CBA-41AC-B864-D0FA632C3F10}" destId="{BD3D477A-69BF-406D-86F2-8929D7DCEDBC}" srcOrd="0" destOrd="0" parTransId="{79C0DB79-54AC-42F5-BF74-8FED1B46D7AE}" sibTransId="{B8508623-00AE-4978-A6CD-9EC2E3D6BB21}"/>
    <dgm:cxn modelId="{B483B38B-C7EB-42BA-B5EF-FBFDC1D89743}" type="presParOf" srcId="{71E9C697-6A49-4BA5-ADD2-FB68D02C76D8}" destId="{EAD7ADB5-AA62-4637-8887-5D5AFC03FAF8}" srcOrd="0" destOrd="0" presId="urn:microsoft.com/office/officeart/2018/2/layout/IconVerticalSolidList"/>
    <dgm:cxn modelId="{C325E9A3-12B7-435C-A6E0-5858ED880D7A}" type="presParOf" srcId="{EAD7ADB5-AA62-4637-8887-5D5AFC03FAF8}" destId="{FF5F37C6-0D58-4848-8A20-5521AA452CAC}" srcOrd="0" destOrd="0" presId="urn:microsoft.com/office/officeart/2018/2/layout/IconVerticalSolidList"/>
    <dgm:cxn modelId="{C26987FF-946C-48EA-9191-E4AA3C77E642}" type="presParOf" srcId="{EAD7ADB5-AA62-4637-8887-5D5AFC03FAF8}" destId="{79FC384D-D022-4560-BDBF-8B957C6F7BD6}" srcOrd="1" destOrd="0" presId="urn:microsoft.com/office/officeart/2018/2/layout/IconVerticalSolidList"/>
    <dgm:cxn modelId="{BAC180F7-0D99-4584-95F2-08D04033E943}" type="presParOf" srcId="{EAD7ADB5-AA62-4637-8887-5D5AFC03FAF8}" destId="{858237E8-7440-493D-9503-88D29744A5C2}" srcOrd="2" destOrd="0" presId="urn:microsoft.com/office/officeart/2018/2/layout/IconVerticalSolidList"/>
    <dgm:cxn modelId="{30522FCB-DC31-4D0D-8A9A-2E3BD7EFE039}" type="presParOf" srcId="{EAD7ADB5-AA62-4637-8887-5D5AFC03FAF8}" destId="{D9A6D663-24A2-4FC6-9749-6169D498714A}" srcOrd="3" destOrd="0" presId="urn:microsoft.com/office/officeart/2018/2/layout/IconVerticalSolidList"/>
    <dgm:cxn modelId="{349B5F74-ECE3-4E1E-92E3-9079E26F86CD}" type="presParOf" srcId="{71E9C697-6A49-4BA5-ADD2-FB68D02C76D8}" destId="{E6040D63-B601-4554-89D8-5578389F9E29}" srcOrd="1" destOrd="0" presId="urn:microsoft.com/office/officeart/2018/2/layout/IconVerticalSolidList"/>
    <dgm:cxn modelId="{DB16098C-BF55-4BC1-B73F-D5C5E33152A6}" type="presParOf" srcId="{71E9C697-6A49-4BA5-ADD2-FB68D02C76D8}" destId="{7AC78DAA-CBC6-4F17-9749-A138F98C8D05}" srcOrd="2" destOrd="0" presId="urn:microsoft.com/office/officeart/2018/2/layout/IconVerticalSolidList"/>
    <dgm:cxn modelId="{97F6D405-C15C-4055-8BC5-CA0CA70A87BE}" type="presParOf" srcId="{7AC78DAA-CBC6-4F17-9749-A138F98C8D05}" destId="{4E6A026E-AA41-4ADB-9610-A741A51DCA7E}" srcOrd="0" destOrd="0" presId="urn:microsoft.com/office/officeart/2018/2/layout/IconVerticalSolidList"/>
    <dgm:cxn modelId="{9BAC9B44-9AE6-48DA-9131-5D0F2531BA59}" type="presParOf" srcId="{7AC78DAA-CBC6-4F17-9749-A138F98C8D05}" destId="{CE220394-6944-4530-BD7E-E28015576DF4}" srcOrd="1" destOrd="0" presId="urn:microsoft.com/office/officeart/2018/2/layout/IconVerticalSolidList"/>
    <dgm:cxn modelId="{0ACD7164-5A75-4AE2-9A5C-501C73E45800}" type="presParOf" srcId="{7AC78DAA-CBC6-4F17-9749-A138F98C8D05}" destId="{AB03C172-EADC-4C50-B587-55BFFC3589BE}" srcOrd="2" destOrd="0" presId="urn:microsoft.com/office/officeart/2018/2/layout/IconVerticalSolidList"/>
    <dgm:cxn modelId="{FAE39AA9-A495-491C-9DB3-F4149602A319}" type="presParOf" srcId="{7AC78DAA-CBC6-4F17-9749-A138F98C8D05}" destId="{B90B610B-34B7-46D9-A528-43EACD768E82}" srcOrd="3" destOrd="0" presId="urn:microsoft.com/office/officeart/2018/2/layout/IconVerticalSolidList"/>
    <dgm:cxn modelId="{8591C603-B234-4A6D-AB7B-7092C06A2180}" type="presParOf" srcId="{71E9C697-6A49-4BA5-ADD2-FB68D02C76D8}" destId="{8857B7FC-DF67-4052-BF15-4D797679D901}" srcOrd="3" destOrd="0" presId="urn:microsoft.com/office/officeart/2018/2/layout/IconVerticalSolidList"/>
    <dgm:cxn modelId="{0D5BAD1E-0F9F-416F-AC25-85442D88C06E}" type="presParOf" srcId="{71E9C697-6A49-4BA5-ADD2-FB68D02C76D8}" destId="{880E24E0-0B01-4BAE-9853-D77D48DBBC81}" srcOrd="4" destOrd="0" presId="urn:microsoft.com/office/officeart/2018/2/layout/IconVerticalSolidList"/>
    <dgm:cxn modelId="{E916B79F-7241-4760-B1A9-4BB295C46D23}" type="presParOf" srcId="{880E24E0-0B01-4BAE-9853-D77D48DBBC81}" destId="{76F9DE81-1D70-4F71-93A1-C8C67D5045C1}" srcOrd="0" destOrd="0" presId="urn:microsoft.com/office/officeart/2018/2/layout/IconVerticalSolidList"/>
    <dgm:cxn modelId="{91E9563C-BEF1-488D-8F2F-D3F9F1555C6E}" type="presParOf" srcId="{880E24E0-0B01-4BAE-9853-D77D48DBBC81}" destId="{A7FBFCCA-E747-4EBD-9626-29B6D27A831F}" srcOrd="1" destOrd="0" presId="urn:microsoft.com/office/officeart/2018/2/layout/IconVerticalSolidList"/>
    <dgm:cxn modelId="{043F286C-76AC-4908-9791-BA5270117106}" type="presParOf" srcId="{880E24E0-0B01-4BAE-9853-D77D48DBBC81}" destId="{D3C5F0EA-AFF7-480B-964E-DC90AD555D9F}" srcOrd="2" destOrd="0" presId="urn:microsoft.com/office/officeart/2018/2/layout/IconVerticalSolidList"/>
    <dgm:cxn modelId="{818CAFC6-9650-42B8-A32B-C58AB8025399}" type="presParOf" srcId="{880E24E0-0B01-4BAE-9853-D77D48DBBC81}" destId="{85635F87-826D-4992-AFAF-382AF270D1B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9EB1EF-ADDA-412A-A518-A9415046A360}">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A235A3-1002-454C-BC11-E7C5D1997BEF}">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latin typeface="Calibri"/>
              <a:ea typeface="Calibri"/>
              <a:cs typeface="Calibri"/>
            </a:rPr>
            <a:t>Lakeland</a:t>
          </a:r>
          <a:r>
            <a:rPr lang="en-US" sz="2600" kern="1200" baseline="0">
              <a:solidFill>
                <a:srgbClr val="000000"/>
              </a:solidFill>
              <a:latin typeface="Calibri"/>
              <a:ea typeface="Calibri"/>
              <a:cs typeface="Calibri"/>
            </a:rPr>
            <a:t> Electric needs to plan for the impact of future construction. They need to forecast their future demand. Existing forecast models may not specifically reflect Lakeland specific conditions.</a:t>
          </a:r>
          <a:endParaRPr lang="en-US" sz="2600" kern="1200">
            <a:solidFill>
              <a:srgbClr val="000000"/>
            </a:solidFill>
            <a:latin typeface="Calibri"/>
            <a:ea typeface="Calibri"/>
            <a:cs typeface="Calibri"/>
          </a:endParaRPr>
        </a:p>
      </dsp:txBody>
      <dsp:txXfrm>
        <a:off x="608661" y="692298"/>
        <a:ext cx="4508047" cy="2799040"/>
      </dsp:txXfrm>
    </dsp:sp>
    <dsp:sp modelId="{B6B1762D-098D-4B90-A00F-CE4F5465FC9D}">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003791-A07D-4662-BCA4-AC44CA8C153C}">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latin typeface="Calibri"/>
              <a:ea typeface="Calibri"/>
              <a:cs typeface="Calibri"/>
            </a:rPr>
            <a:t>This project will develop a forecasting model for Lakeland starting with residential customers based on Lakeland specific conditions.</a:t>
          </a:r>
        </a:p>
      </dsp:txBody>
      <dsp:txXfrm>
        <a:off x="6331365" y="692298"/>
        <a:ext cx="4508047" cy="2799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3301E-A28B-4493-8F18-38AF791F788D}">
      <dsp:nvSpPr>
        <dsp:cNvPr id="0" name=""/>
        <dsp:cNvSpPr/>
      </dsp:nvSpPr>
      <dsp:spPr>
        <a:xfrm>
          <a:off x="1333" y="484462"/>
          <a:ext cx="5202457" cy="3121474"/>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Aptos"/>
            </a:rPr>
            <a:t>Staff at Lakeland Electric need accurate load predictions to ensure they can reliably meet growing electricity demand without interruptions, while keeping rates fair and manageable for their customers.</a:t>
          </a:r>
          <a:endParaRPr lang="en-US" sz="2400" kern="1200"/>
        </a:p>
      </dsp:txBody>
      <dsp:txXfrm>
        <a:off x="1333" y="484462"/>
        <a:ext cx="5202457" cy="3121474"/>
      </dsp:txXfrm>
    </dsp:sp>
    <dsp:sp modelId="{CD384352-8545-41BC-8C8B-0AAC214E32DA}">
      <dsp:nvSpPr>
        <dsp:cNvPr id="0" name=""/>
        <dsp:cNvSpPr/>
      </dsp:nvSpPr>
      <dsp:spPr>
        <a:xfrm>
          <a:off x="5724037" y="484462"/>
          <a:ext cx="5202457" cy="3121474"/>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We must improve load prediction models to account for future growth, analyze demand to anticipate shortfalls, and determine if electricity purchases or rate adjustments are needed to help Lakeland Electric meet growing demand reliably, and manage rates fairly for their clients.</a:t>
          </a:r>
        </a:p>
      </dsp:txBody>
      <dsp:txXfrm>
        <a:off x="5724037" y="484462"/>
        <a:ext cx="5202457" cy="31214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5F37C6-0D58-4848-8A20-5521AA452CAC}">
      <dsp:nvSpPr>
        <dsp:cNvPr id="0" name=""/>
        <dsp:cNvSpPr/>
      </dsp:nvSpPr>
      <dsp:spPr>
        <a:xfrm>
          <a:off x="0" y="639"/>
          <a:ext cx="12189324" cy="14970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FC384D-D022-4560-BDBF-8B957C6F7BD6}">
      <dsp:nvSpPr>
        <dsp:cNvPr id="0" name=""/>
        <dsp:cNvSpPr/>
      </dsp:nvSpPr>
      <dsp:spPr>
        <a:xfrm>
          <a:off x="452859" y="337477"/>
          <a:ext cx="823380" cy="8233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A6D663-24A2-4FC6-9749-6169D498714A}">
      <dsp:nvSpPr>
        <dsp:cNvPr id="0" name=""/>
        <dsp:cNvSpPr/>
      </dsp:nvSpPr>
      <dsp:spPr>
        <a:xfrm>
          <a:off x="1729099" y="639"/>
          <a:ext cx="10460224" cy="1497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38" tIns="158438" rIns="158438" bIns="158438" numCol="1" spcCol="1270" anchor="ctr" anchorCtr="0">
          <a:noAutofit/>
        </a:bodyPr>
        <a:lstStyle/>
        <a:p>
          <a:pPr marL="0" lvl="0" indent="0" algn="l" defTabSz="711200" rtl="0">
            <a:lnSpc>
              <a:spcPct val="100000"/>
            </a:lnSpc>
            <a:spcBef>
              <a:spcPct val="0"/>
            </a:spcBef>
            <a:spcAft>
              <a:spcPct val="35000"/>
            </a:spcAft>
            <a:buNone/>
          </a:pPr>
          <a:r>
            <a:rPr lang="en-US" sz="1600" b="1" kern="1200"/>
            <a:t>Constraints: </a:t>
          </a:r>
          <a:r>
            <a:rPr lang="en-US" sz="1600" kern="1200">
              <a:solidFill>
                <a:srgbClr val="3B3A3B"/>
              </a:solidFill>
              <a:latin typeface="Inter"/>
            </a:rPr>
            <a:t>The dataset was limited in both scope and scale. It only included historical data from a few residential buildings and didn’t have any real-time data. Because of that, the model couldn’t fully capture how load changes across the entire grid.</a:t>
          </a:r>
        </a:p>
      </dsp:txBody>
      <dsp:txXfrm>
        <a:off x="1729099" y="639"/>
        <a:ext cx="10460224" cy="1497056"/>
      </dsp:txXfrm>
    </dsp:sp>
    <dsp:sp modelId="{4E6A026E-AA41-4ADB-9610-A741A51DCA7E}">
      <dsp:nvSpPr>
        <dsp:cNvPr id="0" name=""/>
        <dsp:cNvSpPr/>
      </dsp:nvSpPr>
      <dsp:spPr>
        <a:xfrm>
          <a:off x="0" y="1871959"/>
          <a:ext cx="12189324" cy="14970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220394-6944-4530-BD7E-E28015576DF4}">
      <dsp:nvSpPr>
        <dsp:cNvPr id="0" name=""/>
        <dsp:cNvSpPr/>
      </dsp:nvSpPr>
      <dsp:spPr>
        <a:xfrm>
          <a:off x="452859" y="2208797"/>
          <a:ext cx="823380" cy="8233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0B610B-34B7-46D9-A528-43EACD768E82}">
      <dsp:nvSpPr>
        <dsp:cNvPr id="0" name=""/>
        <dsp:cNvSpPr/>
      </dsp:nvSpPr>
      <dsp:spPr>
        <a:xfrm>
          <a:off x="1729099" y="1871959"/>
          <a:ext cx="10460224" cy="1497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38" tIns="158438" rIns="158438" bIns="158438" numCol="1" spcCol="1270" anchor="ctr" anchorCtr="0">
          <a:noAutofit/>
        </a:bodyPr>
        <a:lstStyle/>
        <a:p>
          <a:pPr marL="0" lvl="0" indent="0" algn="l" defTabSz="711200" rtl="0">
            <a:lnSpc>
              <a:spcPct val="100000"/>
            </a:lnSpc>
            <a:spcBef>
              <a:spcPct val="0"/>
            </a:spcBef>
            <a:spcAft>
              <a:spcPct val="35000"/>
            </a:spcAft>
            <a:buNone/>
          </a:pPr>
          <a:r>
            <a:rPr lang="en-US" sz="1600" b="1" kern="1200"/>
            <a:t>Situational Context:</a:t>
          </a:r>
          <a:r>
            <a:rPr lang="en-US" sz="1600" b="1" kern="1200">
              <a:latin typeface="Aptos Display" panose="020F0302020204030204"/>
            </a:rPr>
            <a:t> </a:t>
          </a:r>
          <a:r>
            <a:rPr lang="en-US" sz="1600" kern="1200">
              <a:solidFill>
                <a:srgbClr val="3B3A3B"/>
              </a:solidFill>
              <a:latin typeface="Inter"/>
            </a:rPr>
            <a:t>Lakeland Electric currently uses commercial tools like Itron for forecasting, which already factor in things like weather and calendar effects. But these models are built for broader system-level </a:t>
          </a:r>
          <a:r>
            <a:rPr lang="en-US" sz="1600" b="0" kern="1200">
              <a:solidFill>
                <a:srgbClr val="3B3A3B"/>
              </a:solidFill>
              <a:latin typeface="Inter"/>
            </a:rPr>
            <a:t>forecasts </a:t>
          </a:r>
          <a:r>
            <a:rPr lang="en-US" sz="1600" kern="1200">
              <a:solidFill>
                <a:srgbClr val="3B3A3B"/>
              </a:solidFill>
              <a:latin typeface="Inter"/>
            </a:rPr>
            <a:t>and </a:t>
          </a:r>
          <a:r>
            <a:rPr lang="en-US" sz="1600" b="0" kern="1200">
              <a:solidFill>
                <a:srgbClr val="3B3A3B"/>
              </a:solidFill>
              <a:latin typeface="Inter"/>
            </a:rPr>
            <a:t>aren’t really designed </a:t>
          </a:r>
          <a:r>
            <a:rPr lang="en-US" sz="1600" kern="1200">
              <a:solidFill>
                <a:srgbClr val="3B3A3B"/>
              </a:solidFill>
              <a:latin typeface="Inter"/>
            </a:rPr>
            <a:t>for </a:t>
          </a:r>
          <a:r>
            <a:rPr lang="en-US" sz="1600" b="0" kern="1200">
              <a:solidFill>
                <a:srgbClr val="3B3A3B"/>
              </a:solidFill>
              <a:latin typeface="Inter"/>
            </a:rPr>
            <a:t>hourly-level </a:t>
          </a:r>
          <a:r>
            <a:rPr lang="en-US" sz="1600" kern="1200">
              <a:solidFill>
                <a:srgbClr val="3B3A3B"/>
              </a:solidFill>
              <a:latin typeface="Inter"/>
            </a:rPr>
            <a:t>predictions or </a:t>
          </a:r>
          <a:r>
            <a:rPr lang="en-US" sz="1600" b="0" kern="1200">
              <a:solidFill>
                <a:srgbClr val="3B3A3B"/>
              </a:solidFill>
              <a:latin typeface="Inter"/>
            </a:rPr>
            <a:t>dynamic pricing</a:t>
          </a:r>
          <a:r>
            <a:rPr lang="en-US" sz="1600" kern="1200">
              <a:solidFill>
                <a:srgbClr val="3B3A3B"/>
              </a:solidFill>
              <a:latin typeface="Inter"/>
            </a:rPr>
            <a:t>. This project looks at whether building a custom model using Lakeland-specific weather, pricing, and load data can improve accuracy and better support future planning.</a:t>
          </a:r>
        </a:p>
      </dsp:txBody>
      <dsp:txXfrm>
        <a:off x="1729099" y="1871959"/>
        <a:ext cx="10460224" cy="1497056"/>
      </dsp:txXfrm>
    </dsp:sp>
    <dsp:sp modelId="{76F9DE81-1D70-4F71-93A1-C8C67D5045C1}">
      <dsp:nvSpPr>
        <dsp:cNvPr id="0" name=""/>
        <dsp:cNvSpPr/>
      </dsp:nvSpPr>
      <dsp:spPr>
        <a:xfrm>
          <a:off x="0" y="3743280"/>
          <a:ext cx="12189324" cy="149705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FBFCCA-E747-4EBD-9626-29B6D27A831F}">
      <dsp:nvSpPr>
        <dsp:cNvPr id="0" name=""/>
        <dsp:cNvSpPr/>
      </dsp:nvSpPr>
      <dsp:spPr>
        <a:xfrm>
          <a:off x="452859" y="4080117"/>
          <a:ext cx="823380" cy="82338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635F87-826D-4992-AFAF-382AF270D1B7}">
      <dsp:nvSpPr>
        <dsp:cNvPr id="0" name=""/>
        <dsp:cNvSpPr/>
      </dsp:nvSpPr>
      <dsp:spPr>
        <a:xfrm>
          <a:off x="1729099" y="3743280"/>
          <a:ext cx="10460224" cy="14970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8438" tIns="158438" rIns="158438" bIns="158438" numCol="1" spcCol="1270" anchor="ctr" anchorCtr="0">
          <a:noAutofit/>
        </a:bodyPr>
        <a:lstStyle/>
        <a:p>
          <a:pPr marL="0" lvl="0" indent="0" algn="l" defTabSz="711200" rtl="0">
            <a:lnSpc>
              <a:spcPct val="100000"/>
            </a:lnSpc>
            <a:spcBef>
              <a:spcPct val="0"/>
            </a:spcBef>
            <a:spcAft>
              <a:spcPct val="35000"/>
            </a:spcAft>
            <a:buNone/>
          </a:pPr>
          <a:r>
            <a:rPr lang="en-US" sz="1600" b="1" kern="1200"/>
            <a:t>Relative Codes &amp; Standards:</a:t>
          </a:r>
          <a:r>
            <a:rPr lang="en-US" sz="1600" b="1" kern="1200">
              <a:solidFill>
                <a:srgbClr val="3B3A3B"/>
              </a:solidFill>
              <a:latin typeface="Aptos Display" panose="020F0302020204030204"/>
            </a:rPr>
            <a:t> </a:t>
          </a:r>
          <a:r>
            <a:rPr lang="en-US" sz="1600" kern="1200">
              <a:solidFill>
                <a:srgbClr val="3B3A3B"/>
              </a:solidFill>
              <a:latin typeface="Inter"/>
            </a:rPr>
            <a:t> Best</a:t>
          </a:r>
          <a:r>
            <a:rPr lang="en-US" sz="1600" b="0" kern="1200">
              <a:solidFill>
                <a:srgbClr val="3B3A3B"/>
              </a:solidFill>
              <a:latin typeface="Inter"/>
            </a:rPr>
            <a:t> data practices such as transparency and reproducibility were </a:t>
          </a:r>
          <a:r>
            <a:rPr lang="en-US" sz="1600" kern="1200">
              <a:solidFill>
                <a:srgbClr val="3B3A3B"/>
              </a:solidFill>
              <a:latin typeface="Inter"/>
            </a:rPr>
            <a:t>followed. The modeling also follows good forecasting methods like rolling window evaluation and bias correction to make sure it’s reliable over time.</a:t>
          </a:r>
        </a:p>
      </dsp:txBody>
      <dsp:txXfrm>
        <a:off x="1729099" y="3743280"/>
        <a:ext cx="10460224" cy="149705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1B7225-29DE-40DA-80F0-2C3B3BD309FF}" type="datetimeFigureOut">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0437F5-F600-4C67-A3EC-61CF1F1EED37}" type="slidenum">
              <a:t>‹#›</a:t>
            </a:fld>
            <a:endParaRPr lang="en-US"/>
          </a:p>
        </p:txBody>
      </p:sp>
    </p:spTree>
    <p:extLst>
      <p:ext uri="{BB962C8B-B14F-4D97-AF65-F5344CB8AC3E}">
        <p14:creationId xmlns:p14="http://schemas.microsoft.com/office/powerpoint/2010/main" val="969885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Sam</a:t>
            </a:r>
          </a:p>
        </p:txBody>
      </p:sp>
      <p:sp>
        <p:nvSpPr>
          <p:cNvPr id="4" name="Slide Number Placeholder 3"/>
          <p:cNvSpPr>
            <a:spLocks noGrp="1"/>
          </p:cNvSpPr>
          <p:nvPr>
            <p:ph type="sldNum" sz="quarter" idx="5"/>
          </p:nvPr>
        </p:nvSpPr>
        <p:spPr/>
        <p:txBody>
          <a:bodyPr/>
          <a:lstStyle/>
          <a:p>
            <a:fld id="{A0FEA3F3-21A2-4E0A-85D7-7C8B7AB93348}" type="slidenum">
              <a:rPr lang="en-US"/>
              <a:t>1</a:t>
            </a:fld>
            <a:endParaRPr lang="en-US"/>
          </a:p>
        </p:txBody>
      </p:sp>
    </p:spTree>
    <p:extLst>
      <p:ext uri="{BB962C8B-B14F-4D97-AF65-F5344CB8AC3E}">
        <p14:creationId xmlns:p14="http://schemas.microsoft.com/office/powerpoint/2010/main" val="1409228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54837-8011-6E9E-69C4-BBBC116238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DD256-3A34-0566-BDD7-3D4F24D7A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E730CA-3BDB-3E1B-B82D-AC1F21BD7868}"/>
              </a:ext>
            </a:extLst>
          </p:cNvPr>
          <p:cNvSpPr>
            <a:spLocks noGrp="1"/>
          </p:cNvSpPr>
          <p:nvPr>
            <p:ph type="body" idx="1"/>
          </p:nvPr>
        </p:nvSpPr>
        <p:spPr/>
        <p:txBody>
          <a:bodyPr/>
          <a:lstStyle/>
          <a:p>
            <a:r>
              <a:rPr lang="en-US">
                <a:ea typeface="Calibri"/>
                <a:cs typeface="Calibri"/>
              </a:rPr>
              <a:t>Sam</a:t>
            </a:r>
          </a:p>
          <a:p>
            <a:endParaRPr lang="en-US">
              <a:ea typeface="Calibri"/>
              <a:cs typeface="Calibri"/>
            </a:endParaRPr>
          </a:p>
        </p:txBody>
      </p:sp>
      <p:sp>
        <p:nvSpPr>
          <p:cNvPr id="4" name="Slide Number Placeholder 3">
            <a:extLst>
              <a:ext uri="{FF2B5EF4-FFF2-40B4-BE49-F238E27FC236}">
                <a16:creationId xmlns:a16="http://schemas.microsoft.com/office/drawing/2014/main" id="{B88C2308-DF3D-163B-3153-1F19B3E86F17}"/>
              </a:ext>
            </a:extLst>
          </p:cNvPr>
          <p:cNvSpPr>
            <a:spLocks noGrp="1"/>
          </p:cNvSpPr>
          <p:nvPr>
            <p:ph type="sldNum" sz="quarter" idx="5"/>
          </p:nvPr>
        </p:nvSpPr>
        <p:spPr/>
        <p:txBody>
          <a:bodyPr/>
          <a:lstStyle/>
          <a:p>
            <a:fld id="{150437F5-F600-4C67-A3EC-61CF1F1EED37}" type="slidenum">
              <a:t>2</a:t>
            </a:fld>
            <a:endParaRPr lang="en-US"/>
          </a:p>
        </p:txBody>
      </p:sp>
    </p:spTree>
    <p:extLst>
      <p:ext uri="{BB962C8B-B14F-4D97-AF65-F5344CB8AC3E}">
        <p14:creationId xmlns:p14="http://schemas.microsoft.com/office/powerpoint/2010/main" val="1579189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spcBef>
                <a:spcPts val="300"/>
              </a:spcBef>
              <a:spcAft>
                <a:spcPts val="300"/>
              </a:spcAft>
            </a:pPr>
            <a:r>
              <a:rPr lang="en-US">
                <a:latin typeface="inherit"/>
              </a:rPr>
              <a:t>Jackson</a:t>
            </a:r>
            <a:endParaRPr lang="en-US" b="0" i="0">
              <a:effectLst/>
              <a:latin typeface="inherit"/>
            </a:endParaRPr>
          </a:p>
        </p:txBody>
      </p:sp>
      <p:sp>
        <p:nvSpPr>
          <p:cNvPr id="4" name="Slide Number Placeholder 3"/>
          <p:cNvSpPr>
            <a:spLocks noGrp="1"/>
          </p:cNvSpPr>
          <p:nvPr>
            <p:ph type="sldNum" sz="quarter" idx="5"/>
          </p:nvPr>
        </p:nvSpPr>
        <p:spPr/>
        <p:txBody>
          <a:bodyPr/>
          <a:lstStyle/>
          <a:p>
            <a:fld id="{150437F5-F600-4C67-A3EC-61CF1F1EED37}" type="slidenum">
              <a:rPr lang="en-US" smtClean="0"/>
              <a:t>3</a:t>
            </a:fld>
            <a:endParaRPr lang="en-US"/>
          </a:p>
        </p:txBody>
      </p:sp>
    </p:spTree>
    <p:extLst>
      <p:ext uri="{BB962C8B-B14F-4D97-AF65-F5344CB8AC3E}">
        <p14:creationId xmlns:p14="http://schemas.microsoft.com/office/powerpoint/2010/main" val="2570063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36A05-13E2-342A-7917-D0E87FDC7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7FF9A-E135-763F-44A7-B46234C66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13CEE-427B-99BA-726A-4BDE2CF703E6}"/>
              </a:ext>
            </a:extLst>
          </p:cNvPr>
          <p:cNvSpPr>
            <a:spLocks noGrp="1"/>
          </p:cNvSpPr>
          <p:nvPr>
            <p:ph type="body" idx="1"/>
          </p:nvPr>
        </p:nvSpPr>
        <p:spPr/>
        <p:txBody>
          <a:bodyPr/>
          <a:lstStyle/>
          <a:p>
            <a:r>
              <a:rPr lang="en-US">
                <a:ea typeface="Calibri"/>
                <a:cs typeface="Calibri"/>
              </a:rPr>
              <a:t>Sam</a:t>
            </a:r>
          </a:p>
          <a:p>
            <a:r>
              <a:rPr lang="en-US">
                <a:ea typeface="Calibri"/>
                <a:cs typeface="Calibri"/>
              </a:rPr>
              <a:t>-for the constraints we were limited in scope and scale. We didn’t have any real time data and only had a few residential buildings. Due to this load can not fully capture how load changes across the entire grid</a:t>
            </a:r>
          </a:p>
          <a:p>
            <a:r>
              <a:rPr lang="en-US">
                <a:ea typeface="Calibri"/>
                <a:cs typeface="Calibri"/>
              </a:rPr>
              <a:t>-Lakeland uses </a:t>
            </a:r>
            <a:r>
              <a:rPr lang="en-US" err="1">
                <a:ea typeface="Calibri"/>
                <a:cs typeface="Calibri"/>
              </a:rPr>
              <a:t>itron</a:t>
            </a:r>
            <a:r>
              <a:rPr lang="en-US">
                <a:ea typeface="Calibri"/>
                <a:cs typeface="Calibri"/>
              </a:rPr>
              <a:t> for forecasting which uses weather and calendar events. These models are not really designed for hourly level predictions and dynamic pricing. This project looks at </a:t>
            </a:r>
            <a:r>
              <a:rPr lang="en-US" err="1">
                <a:ea typeface="Calibri"/>
                <a:cs typeface="Calibri"/>
              </a:rPr>
              <a:t>wehter</a:t>
            </a:r>
            <a:r>
              <a:rPr lang="en-US">
                <a:ea typeface="Calibri"/>
                <a:cs typeface="Calibri"/>
              </a:rPr>
              <a:t> a custom model using Lakeland specific conditions improve accuracy.</a:t>
            </a:r>
          </a:p>
          <a:p>
            <a:r>
              <a:rPr lang="en-US">
                <a:ea typeface="Calibri"/>
                <a:cs typeface="Calibri"/>
              </a:rPr>
              <a:t>-best data practices were followed, </a:t>
            </a:r>
          </a:p>
        </p:txBody>
      </p:sp>
      <p:sp>
        <p:nvSpPr>
          <p:cNvPr id="4" name="Slide Number Placeholder 3">
            <a:extLst>
              <a:ext uri="{FF2B5EF4-FFF2-40B4-BE49-F238E27FC236}">
                <a16:creationId xmlns:a16="http://schemas.microsoft.com/office/drawing/2014/main" id="{93C5B998-EE39-E7DE-AB51-673E64105BBC}"/>
              </a:ext>
            </a:extLst>
          </p:cNvPr>
          <p:cNvSpPr>
            <a:spLocks noGrp="1"/>
          </p:cNvSpPr>
          <p:nvPr>
            <p:ph type="sldNum" sz="quarter" idx="5"/>
          </p:nvPr>
        </p:nvSpPr>
        <p:spPr/>
        <p:txBody>
          <a:bodyPr/>
          <a:lstStyle/>
          <a:p>
            <a:fld id="{150437F5-F600-4C67-A3EC-61CF1F1EED37}" type="slidenum">
              <a:rPr lang="en-US"/>
              <a:t>4</a:t>
            </a:fld>
            <a:endParaRPr lang="en-US"/>
          </a:p>
        </p:txBody>
      </p:sp>
    </p:spTree>
    <p:extLst>
      <p:ext uri="{BB962C8B-B14F-4D97-AF65-F5344CB8AC3E}">
        <p14:creationId xmlns:p14="http://schemas.microsoft.com/office/powerpoint/2010/main" val="1579150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Wenslo</a:t>
            </a:r>
          </a:p>
        </p:txBody>
      </p:sp>
      <p:sp>
        <p:nvSpPr>
          <p:cNvPr id="4" name="Slide Number Placeholder 3"/>
          <p:cNvSpPr>
            <a:spLocks noGrp="1"/>
          </p:cNvSpPr>
          <p:nvPr>
            <p:ph type="sldNum" sz="quarter" idx="5"/>
          </p:nvPr>
        </p:nvSpPr>
        <p:spPr/>
        <p:txBody>
          <a:bodyPr/>
          <a:lstStyle/>
          <a:p>
            <a:fld id="{150437F5-F600-4C67-A3EC-61CF1F1EED37}" type="slidenum">
              <a:rPr lang="en-US"/>
              <a:t>5</a:t>
            </a:fld>
            <a:endParaRPr lang="en-US"/>
          </a:p>
        </p:txBody>
      </p:sp>
    </p:spTree>
    <p:extLst>
      <p:ext uri="{BB962C8B-B14F-4D97-AF65-F5344CB8AC3E}">
        <p14:creationId xmlns:p14="http://schemas.microsoft.com/office/powerpoint/2010/main" val="1369276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ACB83-4288-33DD-274E-AE826FCF4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80FCA-A5EB-C76C-B897-39DCF7C25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82F91-4745-B083-2777-66B1E7DF838F}"/>
              </a:ext>
            </a:extLst>
          </p:cNvPr>
          <p:cNvSpPr>
            <a:spLocks noGrp="1"/>
          </p:cNvSpPr>
          <p:nvPr>
            <p:ph type="body" idx="1"/>
          </p:nvPr>
        </p:nvSpPr>
        <p:spPr/>
        <p:txBody>
          <a:bodyPr/>
          <a:lstStyle/>
          <a:p>
            <a:r>
              <a:rPr lang="en-US">
                <a:ea typeface="Calibri"/>
                <a:cs typeface="Calibri"/>
              </a:rPr>
              <a:t>Wenslo</a:t>
            </a:r>
          </a:p>
        </p:txBody>
      </p:sp>
      <p:sp>
        <p:nvSpPr>
          <p:cNvPr id="4" name="Slide Number Placeholder 3">
            <a:extLst>
              <a:ext uri="{FF2B5EF4-FFF2-40B4-BE49-F238E27FC236}">
                <a16:creationId xmlns:a16="http://schemas.microsoft.com/office/drawing/2014/main" id="{C1C5AC67-4D73-2EAC-9F15-FB1D33485600}"/>
              </a:ext>
            </a:extLst>
          </p:cNvPr>
          <p:cNvSpPr>
            <a:spLocks noGrp="1"/>
          </p:cNvSpPr>
          <p:nvPr>
            <p:ph type="sldNum" sz="quarter" idx="5"/>
          </p:nvPr>
        </p:nvSpPr>
        <p:spPr/>
        <p:txBody>
          <a:bodyPr/>
          <a:lstStyle/>
          <a:p>
            <a:fld id="{150437F5-F600-4C67-A3EC-61CF1F1EED37}" type="slidenum">
              <a:rPr lang="en-US"/>
              <a:t>6</a:t>
            </a:fld>
            <a:endParaRPr lang="en-US"/>
          </a:p>
        </p:txBody>
      </p:sp>
    </p:spTree>
    <p:extLst>
      <p:ext uri="{BB962C8B-B14F-4D97-AF65-F5344CB8AC3E}">
        <p14:creationId xmlns:p14="http://schemas.microsoft.com/office/powerpoint/2010/main" val="1351910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82BAB-243C-B892-4304-B3AC7037B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4A897-72B4-20AF-CED8-11A407B7F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F6801-43AE-255D-0103-5F4933752617}"/>
              </a:ext>
            </a:extLst>
          </p:cNvPr>
          <p:cNvSpPr>
            <a:spLocks noGrp="1"/>
          </p:cNvSpPr>
          <p:nvPr>
            <p:ph type="body" idx="1"/>
          </p:nvPr>
        </p:nvSpPr>
        <p:spPr/>
        <p:txBody>
          <a:bodyPr/>
          <a:lstStyle/>
          <a:p>
            <a:r>
              <a:rPr lang="en-US">
                <a:ea typeface="Calibri"/>
                <a:cs typeface="Calibri"/>
              </a:rPr>
              <a:t>Nick – mention some of the features present, and make sure to mention that HDD/CDD/windspeed need this switching equation because sometimes they have a value of 0 which can't be used in natural log equations</a:t>
            </a:r>
          </a:p>
        </p:txBody>
      </p:sp>
      <p:sp>
        <p:nvSpPr>
          <p:cNvPr id="4" name="Slide Number Placeholder 3">
            <a:extLst>
              <a:ext uri="{FF2B5EF4-FFF2-40B4-BE49-F238E27FC236}">
                <a16:creationId xmlns:a16="http://schemas.microsoft.com/office/drawing/2014/main" id="{82D7EF60-F86C-D3A4-1BA9-736868762403}"/>
              </a:ext>
            </a:extLst>
          </p:cNvPr>
          <p:cNvSpPr>
            <a:spLocks noGrp="1"/>
          </p:cNvSpPr>
          <p:nvPr>
            <p:ph type="sldNum" sz="quarter" idx="5"/>
          </p:nvPr>
        </p:nvSpPr>
        <p:spPr/>
        <p:txBody>
          <a:bodyPr/>
          <a:lstStyle/>
          <a:p>
            <a:fld id="{150437F5-F600-4C67-A3EC-61CF1F1EED37}" type="slidenum">
              <a:rPr lang="en-US"/>
              <a:t>7</a:t>
            </a:fld>
            <a:endParaRPr lang="en-US"/>
          </a:p>
        </p:txBody>
      </p:sp>
    </p:spTree>
    <p:extLst>
      <p:ext uri="{BB962C8B-B14F-4D97-AF65-F5344CB8AC3E}">
        <p14:creationId xmlns:p14="http://schemas.microsoft.com/office/powerpoint/2010/main" val="20999253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Nick – explain what elasticities are quickly – </a:t>
            </a:r>
            <a:r>
              <a:rPr lang="en-US" err="1">
                <a:ea typeface="Calibri"/>
                <a:cs typeface="Calibri"/>
              </a:rPr>
              <a:t>e.g</a:t>
            </a:r>
            <a:r>
              <a:rPr lang="en-US">
                <a:ea typeface="Calibri"/>
                <a:cs typeface="Calibri"/>
              </a:rPr>
              <a:t> 1% increase in price will decrease the load by (0.188 to 0.005)%</a:t>
            </a:r>
          </a:p>
          <a:p>
            <a:r>
              <a:rPr lang="en-US">
                <a:ea typeface="Calibri"/>
                <a:cs typeface="Calibri"/>
              </a:rPr>
              <a:t>--&gt; 1% increase in </a:t>
            </a:r>
            <a:r>
              <a:rPr lang="en-US" err="1">
                <a:ea typeface="Calibri"/>
                <a:cs typeface="Calibri"/>
              </a:rPr>
              <a:t>gdp</a:t>
            </a:r>
            <a:r>
              <a:rPr lang="en-US">
                <a:ea typeface="Calibri"/>
                <a:cs typeface="Calibri"/>
              </a:rPr>
              <a:t> will increase the load by ~(0.39 to 1.1)%</a:t>
            </a:r>
          </a:p>
        </p:txBody>
      </p:sp>
      <p:sp>
        <p:nvSpPr>
          <p:cNvPr id="4" name="Slide Number Placeholder 3"/>
          <p:cNvSpPr>
            <a:spLocks noGrp="1"/>
          </p:cNvSpPr>
          <p:nvPr>
            <p:ph type="sldNum" sz="quarter" idx="5"/>
          </p:nvPr>
        </p:nvSpPr>
        <p:spPr/>
        <p:txBody>
          <a:bodyPr/>
          <a:lstStyle/>
          <a:p>
            <a:fld id="{150437F5-F600-4C67-A3EC-61CF1F1EED37}" type="slidenum">
              <a:rPr lang="en-US"/>
              <a:t>8</a:t>
            </a:fld>
            <a:endParaRPr lang="en-US"/>
          </a:p>
        </p:txBody>
      </p:sp>
    </p:spTree>
    <p:extLst>
      <p:ext uri="{BB962C8B-B14F-4D97-AF65-F5344CB8AC3E}">
        <p14:creationId xmlns:p14="http://schemas.microsoft.com/office/powerpoint/2010/main" val="502646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Nick</a:t>
            </a:r>
            <a:endParaRPr lang="en-US" err="1">
              <a:ea typeface="Calibri"/>
              <a:cs typeface="Calibri"/>
            </a:endParaRPr>
          </a:p>
        </p:txBody>
      </p:sp>
      <p:sp>
        <p:nvSpPr>
          <p:cNvPr id="4" name="Slide Number Placeholder 3"/>
          <p:cNvSpPr>
            <a:spLocks noGrp="1"/>
          </p:cNvSpPr>
          <p:nvPr>
            <p:ph type="sldNum" sz="quarter" idx="5"/>
          </p:nvPr>
        </p:nvSpPr>
        <p:spPr/>
        <p:txBody>
          <a:bodyPr/>
          <a:lstStyle/>
          <a:p>
            <a:fld id="{150437F5-F600-4C67-A3EC-61CF1F1EED37}" type="slidenum">
              <a:rPr lang="en-US"/>
              <a:t>9</a:t>
            </a:fld>
            <a:endParaRPr lang="en-US"/>
          </a:p>
        </p:txBody>
      </p:sp>
    </p:spTree>
    <p:extLst>
      <p:ext uri="{BB962C8B-B14F-4D97-AF65-F5344CB8AC3E}">
        <p14:creationId xmlns:p14="http://schemas.microsoft.com/office/powerpoint/2010/main" val="220693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Josiah</a:t>
            </a:r>
          </a:p>
        </p:txBody>
      </p:sp>
      <p:sp>
        <p:nvSpPr>
          <p:cNvPr id="4" name="Slide Number Placeholder 3"/>
          <p:cNvSpPr>
            <a:spLocks noGrp="1"/>
          </p:cNvSpPr>
          <p:nvPr>
            <p:ph type="sldNum" sz="quarter" idx="5"/>
          </p:nvPr>
        </p:nvSpPr>
        <p:spPr/>
        <p:txBody>
          <a:bodyPr/>
          <a:lstStyle/>
          <a:p>
            <a:fld id="{150437F5-F600-4C67-A3EC-61CF1F1EED37}" type="slidenum">
              <a:rPr lang="en-US"/>
              <a:t>10</a:t>
            </a:fld>
            <a:endParaRPr lang="en-US"/>
          </a:p>
        </p:txBody>
      </p:sp>
    </p:spTree>
    <p:extLst>
      <p:ext uri="{BB962C8B-B14F-4D97-AF65-F5344CB8AC3E}">
        <p14:creationId xmlns:p14="http://schemas.microsoft.com/office/powerpoint/2010/main" val="2545641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Josiah</a:t>
            </a:r>
          </a:p>
        </p:txBody>
      </p:sp>
      <p:sp>
        <p:nvSpPr>
          <p:cNvPr id="4" name="Slide Number Placeholder 3"/>
          <p:cNvSpPr>
            <a:spLocks noGrp="1"/>
          </p:cNvSpPr>
          <p:nvPr>
            <p:ph type="sldNum" sz="quarter" idx="5"/>
          </p:nvPr>
        </p:nvSpPr>
        <p:spPr/>
        <p:txBody>
          <a:bodyPr/>
          <a:lstStyle/>
          <a:p>
            <a:fld id="{150437F5-F600-4C67-A3EC-61CF1F1EED37}" type="slidenum">
              <a:rPr lang="en-US"/>
              <a:t>11</a:t>
            </a:fld>
            <a:endParaRPr lang="en-US"/>
          </a:p>
        </p:txBody>
      </p:sp>
    </p:spTree>
    <p:extLst>
      <p:ext uri="{BB962C8B-B14F-4D97-AF65-F5344CB8AC3E}">
        <p14:creationId xmlns:p14="http://schemas.microsoft.com/office/powerpoint/2010/main" val="2083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Josiah</a:t>
            </a:r>
            <a:endParaRPr lang="en-US" err="1">
              <a:ea typeface="Calibri"/>
              <a:cs typeface="Calibri"/>
            </a:endParaRPr>
          </a:p>
        </p:txBody>
      </p:sp>
      <p:sp>
        <p:nvSpPr>
          <p:cNvPr id="4" name="Slide Number Placeholder 3"/>
          <p:cNvSpPr>
            <a:spLocks noGrp="1"/>
          </p:cNvSpPr>
          <p:nvPr>
            <p:ph type="sldNum" sz="quarter" idx="5"/>
          </p:nvPr>
        </p:nvSpPr>
        <p:spPr/>
        <p:txBody>
          <a:bodyPr/>
          <a:lstStyle/>
          <a:p>
            <a:fld id="{150437F5-F600-4C67-A3EC-61CF1F1EED37}" type="slidenum">
              <a:rPr lang="en-US"/>
              <a:t>13</a:t>
            </a:fld>
            <a:endParaRPr lang="en-US"/>
          </a:p>
        </p:txBody>
      </p:sp>
    </p:spTree>
    <p:extLst>
      <p:ext uri="{BB962C8B-B14F-4D97-AF65-F5344CB8AC3E}">
        <p14:creationId xmlns:p14="http://schemas.microsoft.com/office/powerpoint/2010/main" val="3587822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Longer windows for the smaller forecasts to fully capture seasonality</a:t>
            </a:r>
          </a:p>
          <a:p>
            <a:r>
              <a:rPr lang="en-US">
                <a:ea typeface="Calibri"/>
                <a:cs typeface="Calibri"/>
              </a:rPr>
              <a:t>Slightly shorter for 10 year forecast due to data size – largest window possible for our data</a:t>
            </a:r>
          </a:p>
          <a:p>
            <a:endParaRPr lang="en-US">
              <a:ea typeface="Calibri"/>
              <a:cs typeface="Calibri"/>
            </a:endParaRPr>
          </a:p>
          <a:p>
            <a:r>
              <a:rPr lang="en-US" b="1"/>
              <a:t>OLS (Ordinary Least Squares)</a:t>
            </a:r>
            <a:endParaRPr lang="en-US">
              <a:ea typeface="Calibri" panose="020F0502020204030204"/>
              <a:cs typeface="Calibri" panose="020F0502020204030204"/>
            </a:endParaRPr>
          </a:p>
          <a:p>
            <a:pPr marL="171450" indent="-171450">
              <a:buFont typeface="Arial"/>
              <a:buChar char="•"/>
            </a:pPr>
            <a:r>
              <a:rPr lang="en-US" b="1"/>
              <a:t>Purpose:</a:t>
            </a:r>
            <a:r>
              <a:rPr lang="en-US"/>
              <a:t> Linear regression for modeling relationships between variables.</a:t>
            </a:r>
          </a:p>
          <a:p>
            <a:pPr marL="171450" indent="-171450">
              <a:buFont typeface="Arial"/>
              <a:buChar char="•"/>
            </a:pPr>
            <a:r>
              <a:rPr lang="en-US" b="1"/>
              <a:t>Use case:</a:t>
            </a:r>
            <a:r>
              <a:rPr lang="en-US"/>
              <a:t> Static modeling; assumes residuals are uncorrelated.</a:t>
            </a:r>
          </a:p>
          <a:p>
            <a:pPr marL="171450" indent="-171450">
              <a:buFont typeface="Arial"/>
              <a:buChar char="•"/>
            </a:pPr>
            <a:r>
              <a:rPr lang="en-US" b="1"/>
              <a:t>Limitation:</a:t>
            </a:r>
            <a:r>
              <a:rPr lang="en-US"/>
              <a:t> Doesn’t handle autocorrelation or seasonality well.</a:t>
            </a:r>
            <a:endParaRPr lang="en-US">
              <a:ea typeface="Calibri"/>
              <a:cs typeface="Calibri"/>
            </a:endParaRPr>
          </a:p>
          <a:p>
            <a:endParaRPr lang="en-US">
              <a:ea typeface="Calibri"/>
              <a:cs typeface="Calibri"/>
            </a:endParaRPr>
          </a:p>
          <a:p>
            <a:r>
              <a:rPr lang="en-US" b="1"/>
              <a:t>SARIMAX (Seasonal AutoRegressive Integrated Moving Average with eXogenous regressors)</a:t>
            </a:r>
            <a:endParaRPr lang="en-US">
              <a:ea typeface="Calibri" panose="020F0502020204030204"/>
              <a:cs typeface="Calibri" panose="020F0502020204030204"/>
            </a:endParaRPr>
          </a:p>
          <a:p>
            <a:pPr marL="171450" indent="-171450">
              <a:buFont typeface="Arial"/>
              <a:buChar char="•"/>
            </a:pPr>
            <a:r>
              <a:rPr lang="en-US" b="1"/>
              <a:t>Purpose:</a:t>
            </a:r>
            <a:r>
              <a:rPr lang="en-US"/>
              <a:t> Time series forecasting with trend, seasonality, and optional exogenous variables.</a:t>
            </a:r>
          </a:p>
          <a:p>
            <a:pPr marL="171450" indent="-171450">
              <a:buFont typeface="Arial"/>
              <a:buChar char="•"/>
            </a:pPr>
            <a:r>
              <a:rPr lang="en-US" b="1"/>
              <a:t>Use case:</a:t>
            </a:r>
            <a:r>
              <a:rPr lang="en-US"/>
              <a:t> Great for temporal data with autocorrelation and seasonality.</a:t>
            </a:r>
          </a:p>
          <a:p>
            <a:pPr marL="171450" indent="-171450">
              <a:buFont typeface="Arial"/>
              <a:buChar char="•"/>
            </a:pPr>
            <a:r>
              <a:rPr lang="en-US" b="1"/>
              <a:t>Strength:</a:t>
            </a:r>
            <a:r>
              <a:rPr lang="en-US"/>
              <a:t> Handles complex time series + external predictors.</a:t>
            </a:r>
            <a:endParaRPr lang="en-US">
              <a:ea typeface="Calibri"/>
              <a:cs typeface="Calibri"/>
            </a:endParaRPr>
          </a:p>
          <a:p>
            <a:endParaRPr lang="en-US">
              <a:ea typeface="Calibri"/>
              <a:cs typeface="Calibri"/>
            </a:endParaRPr>
          </a:p>
          <a:p>
            <a:r>
              <a:rPr lang="en-US" b="1"/>
              <a:t>Holt-Winters (Triple Exponential Smoothing)</a:t>
            </a:r>
            <a:endParaRPr lang="en-US">
              <a:ea typeface="Calibri" panose="020F0502020204030204"/>
              <a:cs typeface="Calibri" panose="020F0502020204030204"/>
            </a:endParaRPr>
          </a:p>
          <a:p>
            <a:pPr marL="171450" indent="-171450">
              <a:buFont typeface="Arial"/>
              <a:buChar char="•"/>
            </a:pPr>
            <a:r>
              <a:rPr lang="en-US" b="1"/>
              <a:t>Purpose:</a:t>
            </a:r>
            <a:r>
              <a:rPr lang="en-US"/>
              <a:t> Forecasting time series with level, trend, and seasonality.</a:t>
            </a:r>
          </a:p>
          <a:p>
            <a:pPr marL="171450" indent="-171450">
              <a:buFont typeface="Arial"/>
              <a:buChar char="•"/>
            </a:pPr>
            <a:r>
              <a:rPr lang="en-US" b="1"/>
              <a:t>Use case:</a:t>
            </a:r>
            <a:r>
              <a:rPr lang="en-US"/>
              <a:t> Simpler alternative to SARIMAX when no exogenous variables are needed.</a:t>
            </a:r>
          </a:p>
          <a:p>
            <a:pPr marL="171450" indent="-171450">
              <a:buFont typeface="Arial"/>
              <a:buChar char="•"/>
            </a:pPr>
            <a:r>
              <a:rPr lang="en-US" b="1"/>
              <a:t>Strength:</a:t>
            </a:r>
            <a:r>
              <a:rPr lang="en-US"/>
              <a:t> Fast, intuitive smoothing-based method.</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150437F5-F600-4C67-A3EC-61CF1F1EED37}" type="slidenum">
              <a:rPr lang="en-US" smtClean="0"/>
              <a:t>14</a:t>
            </a:fld>
            <a:endParaRPr lang="en-US"/>
          </a:p>
        </p:txBody>
      </p:sp>
    </p:spTree>
    <p:extLst>
      <p:ext uri="{BB962C8B-B14F-4D97-AF65-F5344CB8AC3E}">
        <p14:creationId xmlns:p14="http://schemas.microsoft.com/office/powerpoint/2010/main" val="614010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Josiah</a:t>
            </a:r>
          </a:p>
        </p:txBody>
      </p:sp>
      <p:sp>
        <p:nvSpPr>
          <p:cNvPr id="4" name="Slide Number Placeholder 3"/>
          <p:cNvSpPr>
            <a:spLocks noGrp="1"/>
          </p:cNvSpPr>
          <p:nvPr>
            <p:ph type="sldNum" sz="quarter" idx="5"/>
          </p:nvPr>
        </p:nvSpPr>
        <p:spPr/>
        <p:txBody>
          <a:bodyPr/>
          <a:lstStyle/>
          <a:p>
            <a:fld id="{150437F5-F600-4C67-A3EC-61CF1F1EED37}" type="slidenum">
              <a:rPr lang="en-US" smtClean="0"/>
              <a:t>15</a:t>
            </a:fld>
            <a:endParaRPr lang="en-US"/>
          </a:p>
        </p:txBody>
      </p:sp>
    </p:spTree>
    <p:extLst>
      <p:ext uri="{BB962C8B-B14F-4D97-AF65-F5344CB8AC3E}">
        <p14:creationId xmlns:p14="http://schemas.microsoft.com/office/powerpoint/2010/main" val="2216577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Josiah</a:t>
            </a:r>
          </a:p>
        </p:txBody>
      </p:sp>
      <p:sp>
        <p:nvSpPr>
          <p:cNvPr id="4" name="Slide Number Placeholder 3"/>
          <p:cNvSpPr>
            <a:spLocks noGrp="1"/>
          </p:cNvSpPr>
          <p:nvPr>
            <p:ph type="sldNum" sz="quarter" idx="5"/>
          </p:nvPr>
        </p:nvSpPr>
        <p:spPr/>
        <p:txBody>
          <a:bodyPr/>
          <a:lstStyle/>
          <a:p>
            <a:fld id="{150437F5-F600-4C67-A3EC-61CF1F1EED37}" type="slidenum">
              <a:rPr lang="en-US" smtClean="0"/>
              <a:t>16</a:t>
            </a:fld>
            <a:endParaRPr lang="en-US"/>
          </a:p>
        </p:txBody>
      </p:sp>
    </p:spTree>
    <p:extLst>
      <p:ext uri="{BB962C8B-B14F-4D97-AF65-F5344CB8AC3E}">
        <p14:creationId xmlns:p14="http://schemas.microsoft.com/office/powerpoint/2010/main" val="2517627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Maria</a:t>
            </a:r>
          </a:p>
        </p:txBody>
      </p:sp>
      <p:sp>
        <p:nvSpPr>
          <p:cNvPr id="4" name="Slide Number Placeholder 3"/>
          <p:cNvSpPr>
            <a:spLocks noGrp="1"/>
          </p:cNvSpPr>
          <p:nvPr>
            <p:ph type="sldNum" sz="quarter" idx="5"/>
          </p:nvPr>
        </p:nvSpPr>
        <p:spPr/>
        <p:txBody>
          <a:bodyPr/>
          <a:lstStyle/>
          <a:p>
            <a:fld id="{150437F5-F600-4C67-A3EC-61CF1F1EED37}" type="slidenum">
              <a:rPr lang="en-US"/>
              <a:t>17</a:t>
            </a:fld>
            <a:endParaRPr lang="en-US"/>
          </a:p>
        </p:txBody>
      </p:sp>
    </p:spTree>
    <p:extLst>
      <p:ext uri="{BB962C8B-B14F-4D97-AF65-F5344CB8AC3E}">
        <p14:creationId xmlns:p14="http://schemas.microsoft.com/office/powerpoint/2010/main" val="3730923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Maria</a:t>
            </a:r>
          </a:p>
        </p:txBody>
      </p:sp>
      <p:sp>
        <p:nvSpPr>
          <p:cNvPr id="4" name="Slide Number Placeholder 3"/>
          <p:cNvSpPr>
            <a:spLocks noGrp="1"/>
          </p:cNvSpPr>
          <p:nvPr>
            <p:ph type="sldNum" sz="quarter" idx="5"/>
          </p:nvPr>
        </p:nvSpPr>
        <p:spPr/>
        <p:txBody>
          <a:bodyPr/>
          <a:lstStyle/>
          <a:p>
            <a:fld id="{150437F5-F600-4C67-A3EC-61CF1F1EED37}" type="slidenum">
              <a:rPr lang="en-US"/>
              <a:t>18</a:t>
            </a:fld>
            <a:endParaRPr lang="en-US"/>
          </a:p>
        </p:txBody>
      </p:sp>
    </p:spTree>
    <p:extLst>
      <p:ext uri="{BB962C8B-B14F-4D97-AF65-F5344CB8AC3E}">
        <p14:creationId xmlns:p14="http://schemas.microsoft.com/office/powerpoint/2010/main" val="2164748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Josiah</a:t>
            </a:r>
          </a:p>
        </p:txBody>
      </p:sp>
      <p:sp>
        <p:nvSpPr>
          <p:cNvPr id="4" name="Slide Number Placeholder 3"/>
          <p:cNvSpPr>
            <a:spLocks noGrp="1"/>
          </p:cNvSpPr>
          <p:nvPr>
            <p:ph type="sldNum" sz="quarter" idx="5"/>
          </p:nvPr>
        </p:nvSpPr>
        <p:spPr/>
        <p:txBody>
          <a:bodyPr/>
          <a:lstStyle/>
          <a:p>
            <a:fld id="{150437F5-F600-4C67-A3EC-61CF1F1EED37}" type="slidenum">
              <a:rPr lang="en-US" smtClean="0"/>
              <a:t>19</a:t>
            </a:fld>
            <a:endParaRPr lang="en-US"/>
          </a:p>
        </p:txBody>
      </p:sp>
    </p:spTree>
    <p:extLst>
      <p:ext uri="{BB962C8B-B14F-4D97-AF65-F5344CB8AC3E}">
        <p14:creationId xmlns:p14="http://schemas.microsoft.com/office/powerpoint/2010/main" val="1383620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B6743-B18D-70ED-07A0-3CA7E08C8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C69E2-E062-BABD-9EFC-35FFDE6D9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C89575-B71D-4ABB-E660-7185242A807D}"/>
              </a:ext>
            </a:extLst>
          </p:cNvPr>
          <p:cNvSpPr>
            <a:spLocks noGrp="1"/>
          </p:cNvSpPr>
          <p:nvPr>
            <p:ph type="body" idx="1"/>
          </p:nvPr>
        </p:nvSpPr>
        <p:spPr/>
        <p:txBody>
          <a:bodyPr/>
          <a:lstStyle/>
          <a:p>
            <a:r>
              <a:rPr lang="en-US">
                <a:ea typeface="Calibri"/>
                <a:cs typeface="Calibri"/>
              </a:rPr>
              <a:t>Josiah</a:t>
            </a:r>
            <a:endParaRPr lang="en-US" err="1">
              <a:ea typeface="Calibri"/>
              <a:cs typeface="Calibri"/>
            </a:endParaRPr>
          </a:p>
        </p:txBody>
      </p:sp>
      <p:sp>
        <p:nvSpPr>
          <p:cNvPr id="4" name="Slide Number Placeholder 3">
            <a:extLst>
              <a:ext uri="{FF2B5EF4-FFF2-40B4-BE49-F238E27FC236}">
                <a16:creationId xmlns:a16="http://schemas.microsoft.com/office/drawing/2014/main" id="{AF3E5DA1-966B-250C-643A-0C0A2A1F172B}"/>
              </a:ext>
            </a:extLst>
          </p:cNvPr>
          <p:cNvSpPr>
            <a:spLocks noGrp="1"/>
          </p:cNvSpPr>
          <p:nvPr>
            <p:ph type="sldNum" sz="quarter" idx="5"/>
          </p:nvPr>
        </p:nvSpPr>
        <p:spPr/>
        <p:txBody>
          <a:bodyPr/>
          <a:lstStyle/>
          <a:p>
            <a:fld id="{150437F5-F600-4C67-A3EC-61CF1F1EED37}" type="slidenum">
              <a:rPr lang="en-US"/>
              <a:t>21</a:t>
            </a:fld>
            <a:endParaRPr lang="en-US"/>
          </a:p>
        </p:txBody>
      </p:sp>
    </p:spTree>
    <p:extLst>
      <p:ext uri="{BB962C8B-B14F-4D97-AF65-F5344CB8AC3E}">
        <p14:creationId xmlns:p14="http://schemas.microsoft.com/office/powerpoint/2010/main" val="510474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F539-4330-C360-F407-5F7D02C33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10045-7A3E-BCD3-52DA-05933E51E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FF6AE-76A6-8CCF-D86A-4628B48C70FC}"/>
              </a:ext>
            </a:extLst>
          </p:cNvPr>
          <p:cNvSpPr>
            <a:spLocks noGrp="1"/>
          </p:cNvSpPr>
          <p:nvPr>
            <p:ph type="body" idx="1"/>
          </p:nvPr>
        </p:nvSpPr>
        <p:spPr/>
        <p:txBody>
          <a:bodyPr/>
          <a:lstStyle/>
          <a:p>
            <a:r>
              <a:rPr lang="en-US">
                <a:ea typeface="Calibri"/>
                <a:cs typeface="Calibri"/>
              </a:rPr>
              <a:t>Josiah</a:t>
            </a:r>
          </a:p>
        </p:txBody>
      </p:sp>
      <p:sp>
        <p:nvSpPr>
          <p:cNvPr id="4" name="Slide Number Placeholder 3">
            <a:extLst>
              <a:ext uri="{FF2B5EF4-FFF2-40B4-BE49-F238E27FC236}">
                <a16:creationId xmlns:a16="http://schemas.microsoft.com/office/drawing/2014/main" id="{8F6DE154-60C9-0F78-1B07-85C1E896882C}"/>
              </a:ext>
            </a:extLst>
          </p:cNvPr>
          <p:cNvSpPr>
            <a:spLocks noGrp="1"/>
          </p:cNvSpPr>
          <p:nvPr>
            <p:ph type="sldNum" sz="quarter" idx="5"/>
          </p:nvPr>
        </p:nvSpPr>
        <p:spPr/>
        <p:txBody>
          <a:bodyPr/>
          <a:lstStyle/>
          <a:p>
            <a:fld id="{150437F5-F600-4C67-A3EC-61CF1F1EED37}" type="slidenum">
              <a:rPr lang="en-US"/>
              <a:t>22</a:t>
            </a:fld>
            <a:endParaRPr lang="en-US"/>
          </a:p>
        </p:txBody>
      </p:sp>
    </p:spTree>
    <p:extLst>
      <p:ext uri="{BB962C8B-B14F-4D97-AF65-F5344CB8AC3E}">
        <p14:creationId xmlns:p14="http://schemas.microsoft.com/office/powerpoint/2010/main" val="25556366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95C98-A1E6-4B17-23AC-6DDC47EF9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6B1AB-539F-8C82-0B22-8AE5B5F14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AD51-AAA3-EF76-5E87-6B3EDFE3BC0B}"/>
              </a:ext>
            </a:extLst>
          </p:cNvPr>
          <p:cNvSpPr>
            <a:spLocks noGrp="1"/>
          </p:cNvSpPr>
          <p:nvPr>
            <p:ph type="body" idx="1"/>
          </p:nvPr>
        </p:nvSpPr>
        <p:spPr/>
        <p:txBody>
          <a:bodyPr/>
          <a:lstStyle/>
          <a:p>
            <a:r>
              <a:rPr lang="en-US">
                <a:ea typeface="Calibri"/>
                <a:cs typeface="Calibri"/>
              </a:rPr>
              <a:t>Josiah</a:t>
            </a:r>
          </a:p>
        </p:txBody>
      </p:sp>
      <p:sp>
        <p:nvSpPr>
          <p:cNvPr id="4" name="Slide Number Placeholder 3">
            <a:extLst>
              <a:ext uri="{FF2B5EF4-FFF2-40B4-BE49-F238E27FC236}">
                <a16:creationId xmlns:a16="http://schemas.microsoft.com/office/drawing/2014/main" id="{E73ED98D-8889-7F21-F6AA-499DD6C0F7DA}"/>
              </a:ext>
            </a:extLst>
          </p:cNvPr>
          <p:cNvSpPr>
            <a:spLocks noGrp="1"/>
          </p:cNvSpPr>
          <p:nvPr>
            <p:ph type="sldNum" sz="quarter" idx="5"/>
          </p:nvPr>
        </p:nvSpPr>
        <p:spPr/>
        <p:txBody>
          <a:bodyPr/>
          <a:lstStyle/>
          <a:p>
            <a:fld id="{150437F5-F600-4C67-A3EC-61CF1F1EED37}" type="slidenum">
              <a:rPr lang="en-US"/>
              <a:t>23</a:t>
            </a:fld>
            <a:endParaRPr lang="en-US"/>
          </a:p>
        </p:txBody>
      </p:sp>
    </p:spTree>
    <p:extLst>
      <p:ext uri="{BB962C8B-B14F-4D97-AF65-F5344CB8AC3E}">
        <p14:creationId xmlns:p14="http://schemas.microsoft.com/office/powerpoint/2010/main" val="3838040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Jovan/Mariah</a:t>
            </a:r>
          </a:p>
        </p:txBody>
      </p:sp>
      <p:sp>
        <p:nvSpPr>
          <p:cNvPr id="4" name="Slide Number Placeholder 3"/>
          <p:cNvSpPr>
            <a:spLocks noGrp="1"/>
          </p:cNvSpPr>
          <p:nvPr>
            <p:ph type="sldNum" sz="quarter" idx="5"/>
          </p:nvPr>
        </p:nvSpPr>
        <p:spPr/>
        <p:txBody>
          <a:bodyPr/>
          <a:lstStyle/>
          <a:p>
            <a:fld id="{A0FEA3F3-21A2-4E0A-85D7-7C8B7AB93348}" type="slidenum">
              <a:rPr lang="en-US"/>
              <a:t>24</a:t>
            </a:fld>
            <a:endParaRPr lang="en-US"/>
          </a:p>
        </p:txBody>
      </p:sp>
    </p:spTree>
    <p:extLst>
      <p:ext uri="{BB962C8B-B14F-4D97-AF65-F5344CB8AC3E}">
        <p14:creationId xmlns:p14="http://schemas.microsoft.com/office/powerpoint/2010/main" val="28105112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528C6-D5BB-D639-B2B8-28683A5FEE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BE4B2-ECE4-BF17-6DCD-A42B968FE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F3E30-40C0-B898-C0A9-E6DBF9D25494}"/>
              </a:ext>
            </a:extLst>
          </p:cNvPr>
          <p:cNvSpPr>
            <a:spLocks noGrp="1"/>
          </p:cNvSpPr>
          <p:nvPr>
            <p:ph type="body" idx="1"/>
          </p:nvPr>
        </p:nvSpPr>
        <p:spPr/>
        <p:txBody>
          <a:bodyPr/>
          <a:lstStyle/>
          <a:p>
            <a:r>
              <a:rPr lang="en-US">
                <a:ea typeface="Calibri"/>
                <a:cs typeface="Calibri"/>
              </a:rPr>
              <a:t>Jovan/Mariah</a:t>
            </a:r>
          </a:p>
        </p:txBody>
      </p:sp>
      <p:sp>
        <p:nvSpPr>
          <p:cNvPr id="4" name="Slide Number Placeholder 3">
            <a:extLst>
              <a:ext uri="{FF2B5EF4-FFF2-40B4-BE49-F238E27FC236}">
                <a16:creationId xmlns:a16="http://schemas.microsoft.com/office/drawing/2014/main" id="{A467176E-C723-67DD-464B-7D58E947F7F2}"/>
              </a:ext>
            </a:extLst>
          </p:cNvPr>
          <p:cNvSpPr>
            <a:spLocks noGrp="1"/>
          </p:cNvSpPr>
          <p:nvPr>
            <p:ph type="sldNum" sz="quarter" idx="5"/>
          </p:nvPr>
        </p:nvSpPr>
        <p:spPr/>
        <p:txBody>
          <a:bodyPr/>
          <a:lstStyle/>
          <a:p>
            <a:fld id="{A0FEA3F3-21A2-4E0A-85D7-7C8B7AB93348}" type="slidenum">
              <a:rPr lang="en-US"/>
              <a:t>25</a:t>
            </a:fld>
            <a:endParaRPr lang="en-US"/>
          </a:p>
        </p:txBody>
      </p:sp>
    </p:spTree>
    <p:extLst>
      <p:ext uri="{BB962C8B-B14F-4D97-AF65-F5344CB8AC3E}">
        <p14:creationId xmlns:p14="http://schemas.microsoft.com/office/powerpoint/2010/main" val="826430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57397" y="2940675"/>
            <a:ext cx="4805996" cy="1297115"/>
          </a:xfrm>
        </p:spPr>
        <p:txBody>
          <a:bodyPr anchor="t">
            <a:normAutofit/>
          </a:bodyPr>
          <a:lstStyle/>
          <a:p>
            <a:pPr algn="l"/>
            <a:r>
              <a:rPr lang="en-US" sz="4800" b="1">
                <a:solidFill>
                  <a:schemeClr val="tx2"/>
                </a:solidFill>
              </a:rPr>
              <a:t>Lakeland Electric</a:t>
            </a:r>
          </a:p>
        </p:txBody>
      </p:sp>
      <p:sp>
        <p:nvSpPr>
          <p:cNvPr id="3" name="Subtitle 2"/>
          <p:cNvSpPr>
            <a:spLocks noGrp="1"/>
          </p:cNvSpPr>
          <p:nvPr>
            <p:ph type="subTitle" idx="1"/>
          </p:nvPr>
        </p:nvSpPr>
        <p:spPr>
          <a:xfrm>
            <a:off x="6583191" y="3467876"/>
            <a:ext cx="4805691" cy="838831"/>
          </a:xfrm>
        </p:spPr>
        <p:txBody>
          <a:bodyPr vert="horz" lIns="91440" tIns="45720" rIns="91440" bIns="45720" rtlCol="0" anchor="b">
            <a:normAutofit/>
          </a:bodyPr>
          <a:lstStyle/>
          <a:p>
            <a:pPr algn="l"/>
            <a:r>
              <a:rPr lang="en-US">
                <a:solidFill>
                  <a:schemeClr val="tx2"/>
                </a:solidFill>
              </a:rPr>
              <a:t>Spring 2025</a:t>
            </a:r>
          </a:p>
        </p:txBody>
      </p:sp>
      <p:pic>
        <p:nvPicPr>
          <p:cNvPr id="7" name="Graphic 6" descr="Sun">
            <a:extLst>
              <a:ext uri="{FF2B5EF4-FFF2-40B4-BE49-F238E27FC236}">
                <a16:creationId xmlns:a16="http://schemas.microsoft.com/office/drawing/2014/main" id="{22B2ED69-CD59-7005-8B34-0DD281225D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727186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5BBE85-0AA1-B19A-C885-D26E7200DC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E5208A-1C96-DCF2-3E62-19376FE96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59552F6-65C0-11FE-3477-423FC363A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E07602-B180-02AC-BA33-9CA204C0B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F09A121-4E82-2339-624B-729D656E7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6879AD-0626-B591-A31A-DDC2F8CCF66A}"/>
              </a:ext>
            </a:extLst>
          </p:cNvPr>
          <p:cNvSpPr>
            <a:spLocks noGrp="1"/>
          </p:cNvSpPr>
          <p:nvPr>
            <p:ph type="title"/>
          </p:nvPr>
        </p:nvSpPr>
        <p:spPr>
          <a:xfrm>
            <a:off x="1383564" y="348865"/>
            <a:ext cx="9718111" cy="1576446"/>
          </a:xfrm>
        </p:spPr>
        <p:txBody>
          <a:bodyPr anchor="ctr">
            <a:normAutofit/>
          </a:bodyPr>
          <a:lstStyle/>
          <a:p>
            <a:pPr algn="ctr"/>
            <a:r>
              <a:rPr lang="en-US" sz="4000">
                <a:solidFill>
                  <a:srgbClr val="FFFFFF"/>
                </a:solidFill>
              </a:rPr>
              <a:t>Problem Statement</a:t>
            </a:r>
            <a:endParaRPr lang="en-US"/>
          </a:p>
        </p:txBody>
      </p:sp>
      <p:graphicFrame>
        <p:nvGraphicFramePr>
          <p:cNvPr id="5" name="Content Placeholder 2">
            <a:extLst>
              <a:ext uri="{FF2B5EF4-FFF2-40B4-BE49-F238E27FC236}">
                <a16:creationId xmlns:a16="http://schemas.microsoft.com/office/drawing/2014/main" id="{AD937913-74EC-16DD-9EFB-8E18C070CAF4}"/>
              </a:ext>
            </a:extLst>
          </p:cNvPr>
          <p:cNvGraphicFramePr>
            <a:graphicFrameLocks noGrp="1"/>
          </p:cNvGraphicFramePr>
          <p:nvPr>
            <p:ph idx="1"/>
            <p:extLst>
              <p:ext uri="{D42A27DB-BD31-4B8C-83A1-F6EECF244321}">
                <p14:modId xmlns:p14="http://schemas.microsoft.com/office/powerpoint/2010/main" val="1082886968"/>
              </p:ext>
            </p:extLst>
          </p:nvPr>
        </p:nvGraphicFramePr>
        <p:xfrm>
          <a:off x="629679" y="2594413"/>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5437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116808-A2A7-3936-44AB-A6557F80142B}"/>
              </a:ext>
            </a:extLst>
          </p:cNvPr>
          <p:cNvSpPr>
            <a:spLocks noGrp="1"/>
          </p:cNvSpPr>
          <p:nvPr>
            <p:ph type="title"/>
          </p:nvPr>
        </p:nvSpPr>
        <p:spPr>
          <a:xfrm>
            <a:off x="11970" y="348865"/>
            <a:ext cx="12168060" cy="1576446"/>
          </a:xfrm>
        </p:spPr>
        <p:txBody>
          <a:bodyPr anchor="ctr">
            <a:normAutofit/>
          </a:bodyPr>
          <a:lstStyle/>
          <a:p>
            <a:pPr algn="ctr"/>
            <a:r>
              <a:rPr lang="en-US" sz="4000">
                <a:solidFill>
                  <a:srgbClr val="FFFFFF"/>
                </a:solidFill>
              </a:rPr>
              <a:t>Customer Needs</a:t>
            </a:r>
          </a:p>
        </p:txBody>
      </p:sp>
      <p:graphicFrame>
        <p:nvGraphicFramePr>
          <p:cNvPr id="17" name="Content Placeholder 2">
            <a:extLst>
              <a:ext uri="{FF2B5EF4-FFF2-40B4-BE49-F238E27FC236}">
                <a16:creationId xmlns:a16="http://schemas.microsoft.com/office/drawing/2014/main" id="{D5A76EF4-CD9A-BC49-1E62-23B16A1202FB}"/>
              </a:ext>
            </a:extLst>
          </p:cNvPr>
          <p:cNvGraphicFramePr>
            <a:graphicFrameLocks noGrp="1"/>
          </p:cNvGraphicFramePr>
          <p:nvPr>
            <p:ph idx="1"/>
            <p:extLst>
              <p:ext uri="{D42A27DB-BD31-4B8C-83A1-F6EECF244321}">
                <p14:modId xmlns:p14="http://schemas.microsoft.com/office/powerpoint/2010/main" val="2224600657"/>
              </p:ext>
            </p:extLst>
          </p:nvPr>
        </p:nvGraphicFramePr>
        <p:xfrm>
          <a:off x="644056" y="2418735"/>
          <a:ext cx="10927829" cy="4090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3200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25760A-F4FE-22E4-3045-4E96308BA4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414C1C-7046-28CA-A735-20B1504AF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6EA5183-7578-9839-3205-FF2552AE4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34ADA39-3E7C-561A-8E14-95601609E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D62E975-9483-B16A-060F-50051AB460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16B6E1-BA76-14FD-C3B1-6A07F844F3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1D7179-5D39-1B5D-90F1-3ADFB81B89EC}"/>
              </a:ext>
            </a:extLst>
          </p:cNvPr>
          <p:cNvSpPr>
            <a:spLocks noGrp="1"/>
          </p:cNvSpPr>
          <p:nvPr>
            <p:ph type="title"/>
          </p:nvPr>
        </p:nvSpPr>
        <p:spPr>
          <a:xfrm>
            <a:off x="4482" y="16004"/>
            <a:ext cx="12170744" cy="1569012"/>
          </a:xfrm>
        </p:spPr>
        <p:txBody>
          <a:bodyPr>
            <a:normAutofit/>
          </a:bodyPr>
          <a:lstStyle/>
          <a:p>
            <a:pPr algn="ctr"/>
            <a:r>
              <a:rPr lang="en-US" sz="3600">
                <a:solidFill>
                  <a:schemeClr val="bg1"/>
                </a:solidFill>
              </a:rPr>
              <a:t>Constraints, Situational Context, Relative Codes &amp; Standards</a:t>
            </a:r>
          </a:p>
        </p:txBody>
      </p:sp>
      <p:graphicFrame>
        <p:nvGraphicFramePr>
          <p:cNvPr id="18" name="Content Placeholder 2">
            <a:extLst>
              <a:ext uri="{FF2B5EF4-FFF2-40B4-BE49-F238E27FC236}">
                <a16:creationId xmlns:a16="http://schemas.microsoft.com/office/drawing/2014/main" id="{B2E4AB28-DFB4-BCE5-2ECC-EF9B5A6131F0}"/>
              </a:ext>
            </a:extLst>
          </p:cNvPr>
          <p:cNvGraphicFramePr>
            <a:graphicFrameLocks noGrp="1"/>
          </p:cNvGraphicFramePr>
          <p:nvPr>
            <p:ph idx="1"/>
          </p:nvPr>
        </p:nvGraphicFramePr>
        <p:xfrm>
          <a:off x="4482" y="1601020"/>
          <a:ext cx="12189324" cy="52409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155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1C4920-8969-EE7E-BE07-049E14A0031E}"/>
              </a:ext>
            </a:extLst>
          </p:cNvPr>
          <p:cNvSpPr>
            <a:spLocks noGrp="1"/>
          </p:cNvSpPr>
          <p:nvPr>
            <p:ph type="title"/>
          </p:nvPr>
        </p:nvSpPr>
        <p:spPr>
          <a:xfrm>
            <a:off x="4482" y="294538"/>
            <a:ext cx="12170744" cy="1033669"/>
          </a:xfrm>
        </p:spPr>
        <p:txBody>
          <a:bodyPr>
            <a:normAutofit/>
          </a:bodyPr>
          <a:lstStyle/>
          <a:p>
            <a:pPr algn="ctr"/>
            <a:r>
              <a:rPr lang="en-US" sz="4000">
                <a:solidFill>
                  <a:srgbClr val="FFFFFF"/>
                </a:solidFill>
              </a:rPr>
              <a:t>Objectives</a:t>
            </a:r>
            <a:endParaRPr lang="en-US"/>
          </a:p>
        </p:txBody>
      </p:sp>
      <p:sp>
        <p:nvSpPr>
          <p:cNvPr id="3" name="Content Placeholder 2">
            <a:extLst>
              <a:ext uri="{FF2B5EF4-FFF2-40B4-BE49-F238E27FC236}">
                <a16:creationId xmlns:a16="http://schemas.microsoft.com/office/drawing/2014/main" id="{528E0B8E-C1E0-9BB9-B848-C3EEEDF7203B}"/>
              </a:ext>
            </a:extLst>
          </p:cNvPr>
          <p:cNvSpPr>
            <a:spLocks noGrp="1"/>
          </p:cNvSpPr>
          <p:nvPr>
            <p:ph idx="1"/>
          </p:nvPr>
        </p:nvSpPr>
        <p:spPr>
          <a:xfrm>
            <a:off x="4482" y="1601020"/>
            <a:ext cx="12189324" cy="5240976"/>
          </a:xfrm>
        </p:spPr>
        <p:txBody>
          <a:bodyPr vert="horz" lIns="91440" tIns="45720" rIns="91440" bIns="45720" rtlCol="0" anchor="ctr">
            <a:normAutofit/>
          </a:bodyPr>
          <a:lstStyle/>
          <a:p>
            <a:r>
              <a:rPr lang="en-US" sz="3200">
                <a:ea typeface="+mn-lt"/>
                <a:cs typeface="+mn-lt"/>
              </a:rPr>
              <a:t>Develop a forecasting model using Lakeland-specific data to predict residential load and revenue based on real customer usage behavior.</a:t>
            </a:r>
            <a:endParaRPr lang="en-US" sz="3200"/>
          </a:p>
          <a:p>
            <a:endParaRPr lang="en-US" sz="3200">
              <a:ea typeface="+mn-lt"/>
              <a:cs typeface="+mn-lt"/>
            </a:endParaRPr>
          </a:p>
          <a:p>
            <a:r>
              <a:rPr lang="en-US" sz="3200">
                <a:ea typeface="+mn-lt"/>
                <a:cs typeface="+mn-lt"/>
              </a:rPr>
              <a:t>Create a model for a set number of residential customers that can be later scaled to use for the other customer types.</a:t>
            </a:r>
            <a:endParaRPr lang="en-US" sz="3200"/>
          </a:p>
          <a:p>
            <a:endParaRPr lang="en-US" sz="3200">
              <a:ea typeface="+mn-lt"/>
              <a:cs typeface="+mn-lt"/>
            </a:endParaRPr>
          </a:p>
          <a:p>
            <a:r>
              <a:rPr lang="en-US" sz="3200">
                <a:ea typeface="+mn-lt"/>
                <a:cs typeface="+mn-lt"/>
              </a:rPr>
              <a:t>Utilize hourly and daily data, rather than monthly aggregates, to capture patterns and customer priorities.</a:t>
            </a:r>
            <a:endParaRPr lang="en-US" sz="3200"/>
          </a:p>
          <a:p>
            <a:endParaRPr lang="en-US" sz="2000"/>
          </a:p>
        </p:txBody>
      </p:sp>
    </p:spTree>
    <p:extLst>
      <p:ext uri="{BB962C8B-B14F-4D97-AF65-F5344CB8AC3E}">
        <p14:creationId xmlns:p14="http://schemas.microsoft.com/office/powerpoint/2010/main" val="686431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542A90-41C0-D6BB-566A-6047298E263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7B6FC3-3C79-0A16-43D3-AF73C10E3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A60CADB-F57E-50D6-D20B-7E20002BF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8EA3D9-D5AA-2AB5-1181-1D7F97194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21EBED0-1B45-36C1-3058-BEC099A51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9255DE2-2871-4ECC-1B85-0EBAA2DCE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0CA21B-8CAD-3322-7D3A-CBBFDE4F6FB7}"/>
              </a:ext>
            </a:extLst>
          </p:cNvPr>
          <p:cNvSpPr>
            <a:spLocks noGrp="1"/>
          </p:cNvSpPr>
          <p:nvPr>
            <p:ph type="title"/>
          </p:nvPr>
        </p:nvSpPr>
        <p:spPr>
          <a:xfrm>
            <a:off x="4482" y="294538"/>
            <a:ext cx="12170744" cy="1033669"/>
          </a:xfrm>
        </p:spPr>
        <p:txBody>
          <a:bodyPr>
            <a:normAutofit/>
          </a:bodyPr>
          <a:lstStyle/>
          <a:p>
            <a:pPr algn="ctr"/>
            <a:r>
              <a:rPr lang="en-US" sz="4000">
                <a:solidFill>
                  <a:srgbClr val="FFFFFF"/>
                </a:solidFill>
              </a:rPr>
              <a:t>Residential Service Plans</a:t>
            </a:r>
          </a:p>
        </p:txBody>
      </p:sp>
      <p:sp>
        <p:nvSpPr>
          <p:cNvPr id="7" name="Content Placeholder 2">
            <a:extLst>
              <a:ext uri="{FF2B5EF4-FFF2-40B4-BE49-F238E27FC236}">
                <a16:creationId xmlns:a16="http://schemas.microsoft.com/office/drawing/2014/main" id="{67CEFAA0-8F9C-3B1A-0C3A-B1EDAD79AD4A}"/>
              </a:ext>
            </a:extLst>
          </p:cNvPr>
          <p:cNvSpPr txBox="1">
            <a:spLocks/>
          </p:cNvSpPr>
          <p:nvPr/>
        </p:nvSpPr>
        <p:spPr>
          <a:xfrm>
            <a:off x="240066" y="1789682"/>
            <a:ext cx="5509513" cy="4416036"/>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ea typeface="+mn-lt"/>
                <a:cs typeface="+mn-lt"/>
              </a:rPr>
              <a:t>Residential Service - STATIC</a:t>
            </a:r>
            <a:endParaRPr lang="en-US"/>
          </a:p>
          <a:p>
            <a:pPr lvl="1">
              <a:buFont typeface="Courier New" panose="020B0604020202020204" pitchFamily="34" charset="0"/>
              <a:buChar char="o"/>
            </a:pPr>
            <a:r>
              <a:rPr lang="en-US">
                <a:ea typeface="+mn-lt"/>
                <a:cs typeface="+mn-lt"/>
              </a:rPr>
              <a:t>Customer Charge: $14/month</a:t>
            </a:r>
            <a:endParaRPr lang="en-US" sz="2800"/>
          </a:p>
          <a:p>
            <a:pPr lvl="1">
              <a:buFont typeface="Courier New" panose="020B0604020202020204" pitchFamily="34" charset="0"/>
              <a:buChar char="o"/>
            </a:pPr>
            <a:r>
              <a:rPr lang="en-US">
                <a:ea typeface="+mn-lt"/>
                <a:cs typeface="+mn-lt"/>
              </a:rPr>
              <a:t>Energy Charges:</a:t>
            </a:r>
            <a:endParaRPr lang="en-US"/>
          </a:p>
          <a:p>
            <a:pPr lvl="2">
              <a:buFont typeface="Wingdings" panose="020B0604020202020204" pitchFamily="34" charset="0"/>
              <a:buChar char="§"/>
            </a:pPr>
            <a:r>
              <a:rPr lang="en-US">
                <a:ea typeface="+mn-lt"/>
                <a:cs typeface="+mn-lt"/>
              </a:rPr>
              <a:t>0–1,000 kWh: $0.05392/kWh</a:t>
            </a:r>
            <a:endParaRPr lang="en-US"/>
          </a:p>
          <a:p>
            <a:pPr lvl="2">
              <a:buFont typeface="Wingdings" panose="020B0604020202020204" pitchFamily="34" charset="0"/>
              <a:buChar char="§"/>
            </a:pPr>
            <a:r>
              <a:rPr lang="en-US">
                <a:ea typeface="+mn-lt"/>
                <a:cs typeface="+mn-lt"/>
              </a:rPr>
              <a:t>1,001–1,500 kWh: $0.06161/kWh</a:t>
            </a:r>
            <a:endParaRPr lang="en-US"/>
          </a:p>
          <a:p>
            <a:pPr lvl="2">
              <a:buFont typeface="Wingdings" panose="020B0604020202020204" pitchFamily="34" charset="0"/>
              <a:buChar char="§"/>
            </a:pPr>
            <a:r>
              <a:rPr lang="en-US">
                <a:ea typeface="+mn-lt"/>
                <a:cs typeface="+mn-lt"/>
              </a:rPr>
              <a:t>Above 1,500 kWh: $0.06816/kWh</a:t>
            </a:r>
            <a:endParaRPr lang="en-US"/>
          </a:p>
          <a:p>
            <a:endParaRPr lang="en-US">
              <a:ea typeface="+mn-lt"/>
              <a:cs typeface="+mn-lt"/>
            </a:endParaRPr>
          </a:p>
          <a:p>
            <a:pPr marL="0" indent="0">
              <a:buNone/>
            </a:pPr>
            <a:r>
              <a:rPr lang="en-US">
                <a:ea typeface="+mn-lt"/>
                <a:cs typeface="+mn-lt"/>
              </a:rPr>
              <a:t>Time-of-Day Service - DYNAMIC</a:t>
            </a:r>
            <a:endParaRPr lang="en-US"/>
          </a:p>
          <a:p>
            <a:pPr lvl="1">
              <a:buFont typeface="Courier New" panose="020B0604020202020204" pitchFamily="34" charset="0"/>
              <a:buChar char="o"/>
            </a:pPr>
            <a:r>
              <a:rPr lang="en-US">
                <a:ea typeface="+mn-lt"/>
                <a:cs typeface="+mn-lt"/>
              </a:rPr>
              <a:t>Customer Charge: $14/month</a:t>
            </a:r>
          </a:p>
          <a:p>
            <a:pPr lvl="1">
              <a:buFont typeface="Courier New" panose="020B0604020202020204" pitchFamily="34" charset="0"/>
              <a:buChar char="o"/>
            </a:pPr>
            <a:r>
              <a:rPr lang="en-US">
                <a:ea typeface="+mn-lt"/>
                <a:cs typeface="+mn-lt"/>
              </a:rPr>
              <a:t>Energy Charges:</a:t>
            </a:r>
            <a:endParaRPr lang="en-US"/>
          </a:p>
          <a:p>
            <a:pPr lvl="2">
              <a:buFont typeface="Wingdings" panose="020B0604020202020204" pitchFamily="34" charset="0"/>
              <a:buChar char="§"/>
            </a:pPr>
            <a:r>
              <a:rPr lang="en-US">
                <a:ea typeface="+mn-lt"/>
                <a:cs typeface="+mn-lt"/>
              </a:rPr>
              <a:t>On-Peak: $0.13709/kWh</a:t>
            </a:r>
            <a:endParaRPr lang="en-US"/>
          </a:p>
          <a:p>
            <a:pPr lvl="2">
              <a:buFont typeface="Wingdings" panose="020B0604020202020204" pitchFamily="34" charset="0"/>
              <a:buChar char="§"/>
            </a:pPr>
            <a:r>
              <a:rPr lang="en-US">
                <a:ea typeface="+mn-lt"/>
                <a:cs typeface="+mn-lt"/>
              </a:rPr>
              <a:t>Off-Peak: $0.01544/kWh</a:t>
            </a:r>
            <a:endParaRPr lang="en-US"/>
          </a:p>
        </p:txBody>
      </p:sp>
      <p:pic>
        <p:nvPicPr>
          <p:cNvPr id="11" name="Picture 10">
            <a:extLst>
              <a:ext uri="{FF2B5EF4-FFF2-40B4-BE49-F238E27FC236}">
                <a16:creationId xmlns:a16="http://schemas.microsoft.com/office/drawing/2014/main" id="{EB57D058-19C4-8C8B-395A-91B07132B528}"/>
              </a:ext>
            </a:extLst>
          </p:cNvPr>
          <p:cNvPicPr>
            <a:picLocks noChangeAspect="1"/>
          </p:cNvPicPr>
          <p:nvPr/>
        </p:nvPicPr>
        <p:blipFill>
          <a:blip r:embed="rId3"/>
          <a:stretch>
            <a:fillRect/>
          </a:stretch>
        </p:blipFill>
        <p:spPr>
          <a:xfrm>
            <a:off x="5866053" y="1762754"/>
            <a:ext cx="6124575" cy="2009775"/>
          </a:xfrm>
          <a:prstGeom prst="rect">
            <a:avLst/>
          </a:prstGeom>
        </p:spPr>
      </p:pic>
      <p:pic>
        <p:nvPicPr>
          <p:cNvPr id="15" name="Picture 14">
            <a:extLst>
              <a:ext uri="{FF2B5EF4-FFF2-40B4-BE49-F238E27FC236}">
                <a16:creationId xmlns:a16="http://schemas.microsoft.com/office/drawing/2014/main" id="{0A7FEAEF-A029-B54D-E1B2-54DB4916E3E1}"/>
              </a:ext>
            </a:extLst>
          </p:cNvPr>
          <p:cNvPicPr>
            <a:picLocks noChangeAspect="1"/>
          </p:cNvPicPr>
          <p:nvPr/>
        </p:nvPicPr>
        <p:blipFill>
          <a:blip r:embed="rId4"/>
          <a:stretch>
            <a:fillRect/>
          </a:stretch>
        </p:blipFill>
        <p:spPr>
          <a:xfrm>
            <a:off x="5751393" y="4039589"/>
            <a:ext cx="6238875" cy="2143125"/>
          </a:xfrm>
          <a:prstGeom prst="rect">
            <a:avLst/>
          </a:prstGeom>
        </p:spPr>
      </p:pic>
    </p:spTree>
    <p:extLst>
      <p:ext uri="{BB962C8B-B14F-4D97-AF65-F5344CB8AC3E}">
        <p14:creationId xmlns:p14="http://schemas.microsoft.com/office/powerpoint/2010/main" val="3566842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071840-33B3-EE6B-4617-FFCB6F95A8F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E35436B-2AC5-31F1-2593-07B31AFA95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DA9726A8-65AA-4F30-B234-33CAD8B50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9" name="Rectangle 18">
              <a:extLst>
                <a:ext uri="{FF2B5EF4-FFF2-40B4-BE49-F238E27FC236}">
                  <a16:creationId xmlns:a16="http://schemas.microsoft.com/office/drawing/2014/main" id="{0587C61E-FD87-B2E3-4BD3-7011DE1EF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AF5EFCD-70B4-123D-4278-6EEB58E74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7C5E3B-9735-F128-5304-CB8DB6355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20C76ED-8115-7C77-7FA3-610F20A4CF66}"/>
              </a:ext>
            </a:extLst>
          </p:cNvPr>
          <p:cNvSpPr>
            <a:spLocks noGrp="1"/>
          </p:cNvSpPr>
          <p:nvPr>
            <p:ph type="title"/>
          </p:nvPr>
        </p:nvSpPr>
        <p:spPr>
          <a:xfrm>
            <a:off x="7030" y="319314"/>
            <a:ext cx="12170685" cy="1030515"/>
          </a:xfrm>
        </p:spPr>
        <p:txBody>
          <a:bodyPr vert="horz" lIns="91440" tIns="45720" rIns="91440" bIns="45720" rtlCol="0" anchor="ctr">
            <a:normAutofit/>
          </a:bodyPr>
          <a:lstStyle/>
          <a:p>
            <a:pPr algn="ctr"/>
            <a:r>
              <a:rPr lang="en-US" sz="4000">
                <a:solidFill>
                  <a:srgbClr val="FFFFFF"/>
                </a:solidFill>
              </a:rPr>
              <a:t>Model Formula</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4ACB04C-1F1A-E9DA-A44B-D7112620C254}"/>
                  </a:ext>
                </a:extLst>
              </p:cNvPr>
              <p:cNvSpPr txBox="1"/>
              <p:nvPr/>
            </p:nvSpPr>
            <p:spPr>
              <a:xfrm>
                <a:off x="6666271" y="1575461"/>
                <a:ext cx="5525729" cy="528253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285750" indent="-228600">
                  <a:lnSpc>
                    <a:spcPct val="90000"/>
                  </a:lnSpc>
                  <a:spcAft>
                    <a:spcPts val="600"/>
                  </a:spcAft>
                  <a:buFont typeface="Arial" panose="020B0604020202020204" pitchFamily="34" charset="0"/>
                  <a:buChar char="•"/>
                </a:pPr>
                <a:r>
                  <a:rPr lang="en-US" sz="2000"/>
                  <a:t>This equation models estimated electricity load based on economic, demographic, and environmental factors. For instance,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𝑡</m:t>
                        </m:r>
                      </m:sub>
                    </m:sSub>
                  </m:oMath>
                </a14:m>
                <a:r>
                  <a:rPr lang="en-US" sz="2000"/>
                  <a:t> represents electricity price at time t.</a:t>
                </a:r>
              </a:p>
              <a:p>
                <a:pPr marL="285750"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Equation uses log transformation for easier interpretation of coefficients as elasticities.</a:t>
                </a:r>
              </a:p>
              <a:p>
                <a:pPr marL="285750" indent="-228600">
                  <a:lnSpc>
                    <a:spcPct val="90000"/>
                  </a:lnSpc>
                  <a:spcAft>
                    <a:spcPts val="600"/>
                  </a:spcAft>
                  <a:buFont typeface="Arial" panose="020B0604020202020204" pitchFamily="34" charset="0"/>
                  <a:buChar char="•"/>
                </a:pPr>
                <a:endParaRPr lang="en-US" sz="2000">
                  <a:ea typeface="Calibri"/>
                  <a:cs typeface="Calibri"/>
                </a:endParaRPr>
              </a:p>
              <a:p>
                <a:pPr marL="285750" indent="-228600">
                  <a:lnSpc>
                    <a:spcPct val="90000"/>
                  </a:lnSpc>
                  <a:spcAft>
                    <a:spcPts val="600"/>
                  </a:spcAft>
                  <a:buFont typeface="Arial" panose="020B0604020202020204" pitchFamily="34" charset="0"/>
                  <a:buChar char="•"/>
                </a:pPr>
                <a:r>
                  <a:rPr lang="en-US" sz="2000"/>
                  <a:t>HDD, CDD, and wind speed use a switching equation to handle zeros and only affect the model when their values are high enough.</a:t>
                </a:r>
                <a:endParaRPr lang="en-US" sz="2000">
                  <a:ea typeface="Calibri"/>
                  <a:cs typeface="Calibri"/>
                </a:endParaRPr>
              </a:p>
            </p:txBody>
          </p:sp>
        </mc:Choice>
        <mc:Fallback xmlns="">
          <p:sp>
            <p:nvSpPr>
              <p:cNvPr id="4" name="TextBox 3">
                <a:extLst>
                  <a:ext uri="{FF2B5EF4-FFF2-40B4-BE49-F238E27FC236}">
                    <a16:creationId xmlns:a16="http://schemas.microsoft.com/office/drawing/2014/main" id="{74ACB04C-1F1A-E9DA-A44B-D7112620C254}"/>
                  </a:ext>
                </a:extLst>
              </p:cNvPr>
              <p:cNvSpPr txBox="1">
                <a:spLocks noRot="1" noChangeAspect="1" noMove="1" noResize="1" noEditPoints="1" noAdjustHandles="1" noChangeArrowheads="1" noChangeShapeType="1" noTextEdit="1"/>
              </p:cNvSpPr>
              <p:nvPr/>
            </p:nvSpPr>
            <p:spPr>
              <a:xfrm>
                <a:off x="6666271" y="1575461"/>
                <a:ext cx="5525729" cy="5282539"/>
              </a:xfrm>
              <a:prstGeom prst="rect">
                <a:avLst/>
              </a:prstGeom>
              <a:blipFill>
                <a:blip r:embed="rId3"/>
                <a:stretch>
                  <a:fillRect t="-1153"/>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9AA7ECFE-9A02-F7E6-CAAB-8FBB361B05D0}"/>
              </a:ext>
            </a:extLst>
          </p:cNvPr>
          <p:cNvPicPr>
            <a:picLocks noChangeAspect="1"/>
          </p:cNvPicPr>
          <p:nvPr/>
        </p:nvPicPr>
        <p:blipFill>
          <a:blip r:embed="rId4"/>
          <a:stretch>
            <a:fillRect/>
          </a:stretch>
        </p:blipFill>
        <p:spPr>
          <a:xfrm>
            <a:off x="7030" y="1575461"/>
            <a:ext cx="6659241" cy="5282539"/>
          </a:xfrm>
          <a:prstGeom prst="rect">
            <a:avLst/>
          </a:prstGeom>
        </p:spPr>
      </p:pic>
    </p:spTree>
    <p:extLst>
      <p:ext uri="{BB962C8B-B14F-4D97-AF65-F5344CB8AC3E}">
        <p14:creationId xmlns:p14="http://schemas.microsoft.com/office/powerpoint/2010/main" val="738735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8FEC34-0E86-3C49-D8C4-9A4EBC0B4A11}"/>
              </a:ext>
            </a:extLst>
          </p:cNvPr>
          <p:cNvSpPr>
            <a:spLocks noGrp="1"/>
          </p:cNvSpPr>
          <p:nvPr>
            <p:ph type="title"/>
          </p:nvPr>
        </p:nvSpPr>
        <p:spPr>
          <a:xfrm>
            <a:off x="4949" y="248038"/>
            <a:ext cx="12173602" cy="1159200"/>
          </a:xfrm>
        </p:spPr>
        <p:txBody>
          <a:bodyPr vert="horz" lIns="91440" tIns="45720" rIns="91440" bIns="45720" rtlCol="0" anchor="ctr">
            <a:normAutofit/>
          </a:bodyPr>
          <a:lstStyle/>
          <a:p>
            <a:pPr algn="ctr"/>
            <a:r>
              <a:rPr lang="en-US" sz="4000" kern="1200">
                <a:solidFill>
                  <a:srgbClr val="FFFFFF"/>
                </a:solidFill>
                <a:latin typeface="+mj-lt"/>
                <a:ea typeface="+mj-ea"/>
                <a:cs typeface="+mj-cs"/>
              </a:rPr>
              <a:t>Elasticity</a:t>
            </a:r>
            <a:r>
              <a:rPr lang="en-US" sz="4000">
                <a:solidFill>
                  <a:srgbClr val="FFFFFF"/>
                </a:solidFill>
              </a:rPr>
              <a:t> Ranges From Research</a:t>
            </a:r>
            <a:endParaRPr lang="en-US">
              <a:ea typeface="+mj-ea"/>
              <a:cs typeface="+mj-cs"/>
            </a:endParaRPr>
          </a:p>
        </p:txBody>
      </p:sp>
      <p:sp>
        <p:nvSpPr>
          <p:cNvPr id="3" name="TextBox 2">
            <a:extLst>
              <a:ext uri="{FF2B5EF4-FFF2-40B4-BE49-F238E27FC236}">
                <a16:creationId xmlns:a16="http://schemas.microsoft.com/office/drawing/2014/main" id="{C0495BBB-C94B-B065-635B-430FDA9EC156}"/>
              </a:ext>
            </a:extLst>
          </p:cNvPr>
          <p:cNvSpPr txBox="1"/>
          <p:nvPr/>
        </p:nvSpPr>
        <p:spPr>
          <a:xfrm>
            <a:off x="20174" y="2355182"/>
            <a:ext cx="4400550" cy="76944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100">
              <a:latin typeface="Consolas"/>
            </a:endParaRPr>
          </a:p>
          <a:p>
            <a:r>
              <a:rPr lang="en-US" sz="1100">
                <a:latin typeface="Consolas"/>
              </a:rPr>
              <a:t>Gupta (2014), </a:t>
            </a:r>
            <a:r>
              <a:rPr lang="en-US" sz="1100" err="1">
                <a:latin typeface="Consolas"/>
              </a:rPr>
              <a:t>Emenekwe</a:t>
            </a:r>
            <a:r>
              <a:rPr lang="en-US" sz="1100">
                <a:latin typeface="Consolas"/>
              </a:rPr>
              <a:t> &amp; </a:t>
            </a:r>
            <a:r>
              <a:rPr lang="en-US" sz="1100" err="1">
                <a:latin typeface="Consolas"/>
              </a:rPr>
              <a:t>Emodi</a:t>
            </a:r>
            <a:r>
              <a:rPr lang="en-US" sz="1100">
                <a:latin typeface="Consolas"/>
              </a:rPr>
              <a:t> (2022), Atalla &amp; Hunt (2016), </a:t>
            </a:r>
            <a:r>
              <a:rPr lang="en-US" sz="1100" err="1">
                <a:latin typeface="Consolas"/>
              </a:rPr>
              <a:t>Boogen</a:t>
            </a:r>
            <a:r>
              <a:rPr lang="en-US" sz="1100">
                <a:latin typeface="Consolas"/>
              </a:rPr>
              <a:t> et al. (2013), Fan et al. (2019), Idsø et al </a:t>
            </a:r>
            <a:r>
              <a:rPr lang="en-US" sz="1100">
                <a:solidFill>
                  <a:srgbClr val="000000"/>
                </a:solidFill>
                <a:latin typeface="Consolas"/>
              </a:rPr>
              <a:t>(2024)</a:t>
            </a:r>
            <a:r>
              <a:rPr lang="en-US" sz="1100">
                <a:solidFill>
                  <a:srgbClr val="F8F8F2"/>
                </a:solidFill>
                <a:latin typeface="Consolas"/>
              </a:rPr>
              <a:t>t al. (2024)</a:t>
            </a:r>
            <a:endParaRPr lang="en-US"/>
          </a:p>
        </p:txBody>
      </p:sp>
      <p:sp>
        <p:nvSpPr>
          <p:cNvPr id="4" name="TextBox 3">
            <a:extLst>
              <a:ext uri="{FF2B5EF4-FFF2-40B4-BE49-F238E27FC236}">
                <a16:creationId xmlns:a16="http://schemas.microsoft.com/office/drawing/2014/main" id="{AC2DECAF-E79E-32FC-9CE4-AEA604DF12EE}"/>
              </a:ext>
            </a:extLst>
          </p:cNvPr>
          <p:cNvSpPr txBox="1"/>
          <p:nvPr/>
        </p:nvSpPr>
        <p:spPr>
          <a:xfrm>
            <a:off x="4413999" y="1649267"/>
            <a:ext cx="7751103" cy="4278094"/>
          </a:xfrm>
          <a:prstGeom prst="rect">
            <a:avLst/>
          </a:prstGeom>
          <a:noFill/>
        </p:spPr>
        <p:txBody>
          <a:bodyPr wrap="square" lIns="91440" tIns="45720" rIns="91440" bIns="45720" rtlCol="0" anchor="t">
            <a:spAutoFit/>
          </a:bodyPr>
          <a:lstStyle/>
          <a:p>
            <a:r>
              <a:rPr lang="en-US" sz="1700"/>
              <a:t>Elasticities show how electricity demand changes with factors like price, GDP, and weather. Income is represented as GDP and ranges were determined from roughly a hundred research papers.</a:t>
            </a:r>
          </a:p>
          <a:p>
            <a:endParaRPr lang="en-US" sz="1700"/>
          </a:p>
          <a:p>
            <a:r>
              <a:rPr lang="en-US" sz="1700"/>
              <a:t>Example Interpretation: A 1% price increase lowers demand by 0.188% to 0.005%</a:t>
            </a:r>
          </a:p>
          <a:p>
            <a:endParaRPr lang="en-US" sz="1700"/>
          </a:p>
          <a:p>
            <a:pPr marL="285750" indent="-285750">
              <a:buFont typeface="Arial" panose="020B0604020202020204" pitchFamily="34" charset="0"/>
              <a:buChar char="•"/>
            </a:pPr>
            <a:r>
              <a:rPr lang="en-US" sz="1700"/>
              <a:t>Higher prices reduce demand, so the price effect is negative.</a:t>
            </a:r>
          </a:p>
          <a:p>
            <a:pPr marL="285750" indent="-285750">
              <a:buFont typeface="Arial" panose="020B0604020202020204" pitchFamily="34" charset="0"/>
              <a:buChar char="•"/>
            </a:pPr>
            <a:endParaRPr lang="en-US" sz="1700"/>
          </a:p>
          <a:p>
            <a:pPr marL="285750" indent="-285750">
              <a:buFont typeface="Arial" panose="020B0604020202020204" pitchFamily="34" charset="0"/>
              <a:buChar char="•"/>
            </a:pPr>
            <a:r>
              <a:rPr lang="en-US" sz="1700"/>
              <a:t>Higher GDP (income) increases demand, so it's positive.</a:t>
            </a:r>
          </a:p>
          <a:p>
            <a:pPr marL="285750" indent="-285750">
              <a:buFont typeface="Arial" panose="020B0604020202020204" pitchFamily="34" charset="0"/>
              <a:buChar char="•"/>
            </a:pPr>
            <a:endParaRPr lang="en-US" sz="1700"/>
          </a:p>
          <a:p>
            <a:pPr marL="285750" indent="-285750">
              <a:buFont typeface="Arial" panose="020B0604020202020204" pitchFamily="34" charset="0"/>
              <a:buChar char="•"/>
            </a:pPr>
            <a:r>
              <a:rPr lang="en-US" sz="1700"/>
              <a:t>CDD can be negative or positive, depending on region and behavior.</a:t>
            </a:r>
          </a:p>
          <a:p>
            <a:pPr marL="285750" indent="-285750">
              <a:buFont typeface="Arial" panose="020B0604020202020204" pitchFamily="34" charset="0"/>
              <a:buChar char="•"/>
            </a:pPr>
            <a:endParaRPr lang="en-US" sz="1700"/>
          </a:p>
          <a:p>
            <a:pPr marL="285750" indent="-285750">
              <a:buFont typeface="Arial" panose="020B0604020202020204" pitchFamily="34" charset="0"/>
              <a:buChar char="•"/>
            </a:pPr>
            <a:r>
              <a:rPr lang="en-US" sz="1700"/>
              <a:t>Wind speed has a small positive effect, meaning it matters slightly but consistently.</a:t>
            </a:r>
          </a:p>
          <a:p>
            <a:pPr marL="285750" indent="-285750">
              <a:buFont typeface="Arial" panose="020B0604020202020204" pitchFamily="34" charset="0"/>
              <a:buChar char="•"/>
            </a:pPr>
            <a:endParaRPr lang="en-US" sz="1700"/>
          </a:p>
          <a:p>
            <a:pPr marL="285750" indent="-285750">
              <a:buFont typeface="Arial" panose="020B0604020202020204" pitchFamily="34" charset="0"/>
              <a:buChar char="•"/>
            </a:pPr>
            <a:endParaRPr lang="en-US" sz="1700"/>
          </a:p>
        </p:txBody>
      </p:sp>
      <p:graphicFrame>
        <p:nvGraphicFramePr>
          <p:cNvPr id="6" name="Table 5">
            <a:extLst>
              <a:ext uri="{FF2B5EF4-FFF2-40B4-BE49-F238E27FC236}">
                <a16:creationId xmlns:a16="http://schemas.microsoft.com/office/drawing/2014/main" id="{0F3DADB7-BD26-5B30-3B62-1E60A0C973BB}"/>
              </a:ext>
            </a:extLst>
          </p:cNvPr>
          <p:cNvGraphicFramePr>
            <a:graphicFrameLocks noGrp="1"/>
          </p:cNvGraphicFramePr>
          <p:nvPr>
            <p:extLst>
              <p:ext uri="{D42A27DB-BD31-4B8C-83A1-F6EECF244321}">
                <p14:modId xmlns:p14="http://schemas.microsoft.com/office/powerpoint/2010/main" val="210360403"/>
              </p:ext>
            </p:extLst>
          </p:nvPr>
        </p:nvGraphicFramePr>
        <p:xfrm>
          <a:off x="531813" y="3429000"/>
          <a:ext cx="3371878" cy="2698773"/>
        </p:xfrm>
        <a:graphic>
          <a:graphicData uri="http://schemas.openxmlformats.org/drawingml/2006/table">
            <a:tbl>
              <a:tblPr bandRow="1">
                <a:tableStyleId>{5C22544A-7EE6-4342-B048-85BDC9FD1C3A}</a:tableStyleId>
              </a:tblPr>
              <a:tblGrid>
                <a:gridCol w="1706010">
                  <a:extLst>
                    <a:ext uri="{9D8B030D-6E8A-4147-A177-3AD203B41FA5}">
                      <a16:colId xmlns:a16="http://schemas.microsoft.com/office/drawing/2014/main" val="1979842411"/>
                    </a:ext>
                  </a:extLst>
                </a:gridCol>
                <a:gridCol w="1665868">
                  <a:extLst>
                    <a:ext uri="{9D8B030D-6E8A-4147-A177-3AD203B41FA5}">
                      <a16:colId xmlns:a16="http://schemas.microsoft.com/office/drawing/2014/main" val="1177400604"/>
                    </a:ext>
                  </a:extLst>
                </a:gridCol>
              </a:tblGrid>
              <a:tr h="385539">
                <a:tc>
                  <a:txBody>
                    <a:bodyPr/>
                    <a:lstStyle/>
                    <a:p>
                      <a:pPr algn="ctr" fontAlgn="b"/>
                      <a:r>
                        <a:rPr lang="en-US" sz="1800" b="1" i="0" u="none" strike="noStrike">
                          <a:solidFill>
                            <a:srgbClr val="000000"/>
                          </a:solidFill>
                          <a:effectLst/>
                          <a:latin typeface="Aptos Narrow"/>
                        </a:rPr>
                        <a:t>Variable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a:rPr>
                        <a:t>Elasticity Range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408700"/>
                  </a:ext>
                </a:extLst>
              </a:tr>
              <a:tr h="385539">
                <a:tc>
                  <a:txBody>
                    <a:bodyPr/>
                    <a:lstStyle/>
                    <a:p>
                      <a:pPr algn="ctr" fontAlgn="b"/>
                      <a:r>
                        <a:rPr lang="en-US" sz="1800" b="0" i="0" u="none" strike="noStrike">
                          <a:solidFill>
                            <a:srgbClr val="000000"/>
                          </a:solidFill>
                          <a:effectLst/>
                          <a:latin typeface="Aptos Narrow"/>
                        </a:rPr>
                        <a:t>Price </a:t>
                      </a:r>
                      <a:r>
                        <a:rPr lang="el-GR" sz="1800" b="0" i="0" u="none" strike="noStrike">
                          <a:solidFill>
                            <a:srgbClr val="000000"/>
                          </a:solidFill>
                          <a:effectLst/>
                          <a:latin typeface="Aptos Narrow"/>
                        </a:rPr>
                        <a:t>ε</a:t>
                      </a:r>
                      <a:r>
                        <a:rPr lang="en-US" sz="1800" b="0" i="0" u="none" strike="noStrike">
                          <a:solidFill>
                            <a:srgbClr val="000000"/>
                          </a:solidFill>
                          <a:effectLst/>
                          <a:latin typeface="Aptos Narrow"/>
                        </a:rPr>
                        <a:t>ₚ</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a:rPr>
                        <a:t>-0.188 to -0.005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7626711"/>
                  </a:ext>
                </a:extLst>
              </a:tr>
              <a:tr h="385539">
                <a:tc>
                  <a:txBody>
                    <a:bodyPr/>
                    <a:lstStyle/>
                    <a:p>
                      <a:pPr algn="ctr" fontAlgn="b"/>
                      <a:r>
                        <a:rPr lang="en-US" sz="1800" b="0" i="0" u="none" strike="noStrike">
                          <a:solidFill>
                            <a:srgbClr val="000000"/>
                          </a:solidFill>
                          <a:effectLst/>
                          <a:latin typeface="Aptos Narrow"/>
                        </a:rPr>
                        <a:t>GDP </a:t>
                      </a:r>
                      <a:r>
                        <a:rPr lang="el-GR" sz="1800" b="0" i="0" u="none" strike="noStrike">
                          <a:solidFill>
                            <a:srgbClr val="000000"/>
                          </a:solidFill>
                          <a:effectLst/>
                          <a:latin typeface="Aptos Narrow"/>
                        </a:rPr>
                        <a:t>ε</a:t>
                      </a:r>
                      <a:r>
                        <a:rPr lang="en-US" sz="1200" b="0" i="0" u="none" strike="noStrike" err="1">
                          <a:solidFill>
                            <a:srgbClr val="000000"/>
                          </a:solidFill>
                          <a:effectLst/>
                          <a:latin typeface="Aptos Narrow"/>
                        </a:rPr>
                        <a:t>gdp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a:rPr>
                        <a:t>0.393 to 1.132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505280"/>
                  </a:ext>
                </a:extLst>
              </a:tr>
              <a:tr h="385539">
                <a:tc>
                  <a:txBody>
                    <a:bodyPr/>
                    <a:lstStyle/>
                    <a:p>
                      <a:pPr algn="ctr" fontAlgn="b"/>
                      <a:r>
                        <a:rPr lang="en-US" sz="1800" b="0" i="0" u="none" strike="noStrike">
                          <a:solidFill>
                            <a:srgbClr val="000000"/>
                          </a:solidFill>
                          <a:effectLst/>
                          <a:latin typeface="Aptos Narrow"/>
                        </a:rPr>
                        <a:t>Population </a:t>
                      </a:r>
                      <a:r>
                        <a:rPr lang="el-GR" sz="1800" b="0" i="0" u="none" strike="noStrike">
                          <a:solidFill>
                            <a:srgbClr val="000000"/>
                          </a:solidFill>
                          <a:effectLst/>
                          <a:latin typeface="Aptos Narrow"/>
                        </a:rPr>
                        <a:t>ε</a:t>
                      </a:r>
                      <a:r>
                        <a:rPr lang="en-US" sz="1200" b="0" i="0" u="none" strike="noStrike">
                          <a:solidFill>
                            <a:srgbClr val="000000"/>
                          </a:solidFill>
                          <a:effectLst/>
                          <a:latin typeface="Aptos Narrow"/>
                        </a:rPr>
                        <a:t>pop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a:rPr>
                        <a:t>0.109 to 0.883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8777430"/>
                  </a:ext>
                </a:extLst>
              </a:tr>
              <a:tr h="385539">
                <a:tc>
                  <a:txBody>
                    <a:bodyPr/>
                    <a:lstStyle/>
                    <a:p>
                      <a:pPr algn="ctr" fontAlgn="b"/>
                      <a:r>
                        <a:rPr lang="en-US" sz="1800" b="0" i="0" u="none" strike="noStrike">
                          <a:solidFill>
                            <a:srgbClr val="000000"/>
                          </a:solidFill>
                          <a:effectLst/>
                          <a:latin typeface="Aptos Narrow"/>
                        </a:rPr>
                        <a:t>HDD </a:t>
                      </a:r>
                      <a:r>
                        <a:rPr lang="el-GR" sz="1800" b="0" i="0" u="none" strike="noStrike">
                          <a:solidFill>
                            <a:srgbClr val="000000"/>
                          </a:solidFill>
                          <a:effectLst/>
                          <a:latin typeface="Aptos Narrow"/>
                        </a:rPr>
                        <a:t>ε</a:t>
                      </a:r>
                      <a:r>
                        <a:rPr lang="en-US" sz="1200" b="0" i="0" u="none" strike="noStrike" err="1">
                          <a:solidFill>
                            <a:srgbClr val="000000"/>
                          </a:solidFill>
                          <a:effectLst/>
                          <a:latin typeface="Aptos Narrow"/>
                        </a:rPr>
                        <a:t>hdd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a:rPr>
                        <a:t>0.00 to 0.221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4867558"/>
                  </a:ext>
                </a:extLst>
              </a:tr>
              <a:tr h="385539">
                <a:tc>
                  <a:txBody>
                    <a:bodyPr/>
                    <a:lstStyle/>
                    <a:p>
                      <a:pPr algn="ctr" fontAlgn="b"/>
                      <a:r>
                        <a:rPr lang="en-US" sz="1800" b="0" i="0" u="none" strike="noStrike">
                          <a:solidFill>
                            <a:srgbClr val="000000"/>
                          </a:solidFill>
                          <a:effectLst/>
                          <a:latin typeface="Aptos Narrow"/>
                        </a:rPr>
                        <a:t>CDD </a:t>
                      </a:r>
                      <a:r>
                        <a:rPr lang="el-GR" sz="1800" b="0" i="0" u="none" strike="noStrike">
                          <a:solidFill>
                            <a:srgbClr val="000000"/>
                          </a:solidFill>
                          <a:effectLst/>
                          <a:latin typeface="Aptos Narrow"/>
                        </a:rPr>
                        <a:t>ε</a:t>
                      </a:r>
                      <a:r>
                        <a:rPr lang="en-US" sz="1200" b="0" i="0" u="none" strike="noStrike" err="1">
                          <a:solidFill>
                            <a:srgbClr val="000000"/>
                          </a:solidFill>
                          <a:effectLst/>
                          <a:latin typeface="Aptos Narrow"/>
                        </a:rPr>
                        <a:t>cdd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a:rPr>
                        <a:t>-0.66 to 0.335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2113995"/>
                  </a:ext>
                </a:extLst>
              </a:tr>
              <a:tr h="385539">
                <a:tc>
                  <a:txBody>
                    <a:bodyPr/>
                    <a:lstStyle/>
                    <a:p>
                      <a:pPr algn="ctr" fontAlgn="b"/>
                      <a:r>
                        <a:rPr lang="en-US" sz="1800" b="0" i="0" u="none" strike="noStrike">
                          <a:solidFill>
                            <a:srgbClr val="000000"/>
                          </a:solidFill>
                          <a:effectLst/>
                          <a:latin typeface="Aptos Narrow"/>
                        </a:rPr>
                        <a:t>Wind Speed </a:t>
                      </a:r>
                      <a:r>
                        <a:rPr lang="el-GR" sz="1800" b="0" i="0" u="none" strike="noStrike">
                          <a:solidFill>
                            <a:srgbClr val="000000"/>
                          </a:solidFill>
                          <a:effectLst/>
                          <a:latin typeface="Aptos Narrow"/>
                        </a:rPr>
                        <a:t>ε</a:t>
                      </a:r>
                      <a:r>
                        <a:rPr lang="en-US" sz="1200" b="0" i="0" u="none" strike="noStrike">
                          <a:solidFill>
                            <a:srgbClr val="000000"/>
                          </a:solidFill>
                          <a:effectLst/>
                          <a:latin typeface="Aptos Narrow"/>
                        </a:rPr>
                        <a:t>wind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a:rPr>
                        <a:t>0.011 to 0.022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9466668"/>
                  </a:ext>
                </a:extLst>
              </a:tr>
            </a:tbl>
          </a:graphicData>
        </a:graphic>
      </p:graphicFrame>
    </p:spTree>
    <p:extLst>
      <p:ext uri="{BB962C8B-B14F-4D97-AF65-F5344CB8AC3E}">
        <p14:creationId xmlns:p14="http://schemas.microsoft.com/office/powerpoint/2010/main" val="2179079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FAF4D8-267D-00E0-A53F-1C04301620D6}"/>
              </a:ext>
            </a:extLst>
          </p:cNvPr>
          <p:cNvSpPr>
            <a:spLocks noGrp="1"/>
          </p:cNvSpPr>
          <p:nvPr>
            <p:ph type="title"/>
          </p:nvPr>
        </p:nvSpPr>
        <p:spPr>
          <a:xfrm>
            <a:off x="699713" y="248038"/>
            <a:ext cx="11246481" cy="1159200"/>
          </a:xfrm>
        </p:spPr>
        <p:txBody>
          <a:bodyPr vert="horz" lIns="91440" tIns="45720" rIns="91440" bIns="45720" rtlCol="0" anchor="ctr">
            <a:normAutofit/>
          </a:bodyPr>
          <a:lstStyle/>
          <a:p>
            <a:pPr algn="ctr"/>
            <a:r>
              <a:rPr lang="en-US" sz="4000" kern="1200">
                <a:solidFill>
                  <a:srgbClr val="FFFFFF"/>
                </a:solidFill>
                <a:latin typeface="+mj-lt"/>
                <a:ea typeface="+mj-ea"/>
                <a:cs typeface="+mj-cs"/>
              </a:rPr>
              <a:t>Sensitivity Analysis</a:t>
            </a:r>
          </a:p>
        </p:txBody>
      </p:sp>
      <p:sp>
        <p:nvSpPr>
          <p:cNvPr id="5" name="TextBox 4">
            <a:extLst>
              <a:ext uri="{FF2B5EF4-FFF2-40B4-BE49-F238E27FC236}">
                <a16:creationId xmlns:a16="http://schemas.microsoft.com/office/drawing/2014/main" id="{14D369E3-BA5A-4F88-DA71-58CCC332AF12}"/>
              </a:ext>
            </a:extLst>
          </p:cNvPr>
          <p:cNvSpPr txBox="1"/>
          <p:nvPr/>
        </p:nvSpPr>
        <p:spPr>
          <a:xfrm>
            <a:off x="9125776" y="2011671"/>
            <a:ext cx="3064765"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Black = Actual Load</a:t>
            </a:r>
          </a:p>
          <a:p>
            <a:endParaRPr lang="en-US"/>
          </a:p>
          <a:p>
            <a:pPr marL="285750" indent="-285750">
              <a:buFont typeface="Arial"/>
              <a:buChar char="•"/>
            </a:pPr>
            <a:r>
              <a:rPr lang="en-US"/>
              <a:t>Blue = Baseline Prediction</a:t>
            </a:r>
          </a:p>
          <a:p>
            <a:pPr marL="742950" lvl="1" indent="-285750">
              <a:buFont typeface="Courier New"/>
              <a:buChar char="o"/>
            </a:pPr>
            <a:r>
              <a:rPr lang="en-US"/>
              <a:t>Average Elasticities from Research</a:t>
            </a:r>
          </a:p>
          <a:p>
            <a:pPr lvl="1"/>
            <a:endParaRPr lang="en-US"/>
          </a:p>
          <a:p>
            <a:pPr marL="285750" indent="-285750">
              <a:buFont typeface="Arial"/>
              <a:buChar char="•"/>
            </a:pPr>
            <a:r>
              <a:rPr lang="en-US"/>
              <a:t>Red = Zero Elasticity</a:t>
            </a:r>
          </a:p>
          <a:p>
            <a:pPr marL="742950" lvl="1" indent="-285750">
              <a:buFont typeface="Courier New"/>
              <a:buChar char="o"/>
            </a:pPr>
            <a:r>
              <a:rPr lang="en-US"/>
              <a:t>Constant load unaffected by externals</a:t>
            </a:r>
          </a:p>
          <a:p>
            <a:pPr marL="742950" lvl="1" indent="-285750">
              <a:buFont typeface="Courier New"/>
              <a:buChar char="o"/>
            </a:pPr>
            <a:endParaRPr lang="en-US"/>
          </a:p>
          <a:p>
            <a:pPr marL="285750" indent="-285750">
              <a:buFont typeface="Arial"/>
              <a:buChar char="•"/>
            </a:pPr>
            <a:r>
              <a:rPr lang="en-US"/>
              <a:t>Applied hourly and daily bias corrections to improve baseline alignment</a:t>
            </a:r>
          </a:p>
          <a:p>
            <a:pPr marL="285750" indent="-285750">
              <a:buFont typeface="Arial"/>
              <a:buChar char="•"/>
            </a:pPr>
            <a:endParaRPr lang="en-US"/>
          </a:p>
          <a:p>
            <a:pPr marL="285750" indent="-285750">
              <a:buFont typeface="Arial"/>
              <a:buChar char="•"/>
            </a:pPr>
            <a:endParaRPr lang="en-US"/>
          </a:p>
        </p:txBody>
      </p:sp>
      <p:pic>
        <p:nvPicPr>
          <p:cNvPr id="4" name="Picture 3" descr="A blue and purple line graph&#10;&#10;AI-generated content may be incorrect.">
            <a:extLst>
              <a:ext uri="{FF2B5EF4-FFF2-40B4-BE49-F238E27FC236}">
                <a16:creationId xmlns:a16="http://schemas.microsoft.com/office/drawing/2014/main" id="{ABF02905-08C1-B550-3237-01ECC5C048C6}"/>
              </a:ext>
            </a:extLst>
          </p:cNvPr>
          <p:cNvPicPr>
            <a:picLocks noChangeAspect="1"/>
          </p:cNvPicPr>
          <p:nvPr/>
        </p:nvPicPr>
        <p:blipFill>
          <a:blip r:embed="rId3"/>
          <a:stretch>
            <a:fillRect/>
          </a:stretch>
        </p:blipFill>
        <p:spPr>
          <a:xfrm>
            <a:off x="190500" y="2011927"/>
            <a:ext cx="8747125" cy="41120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96651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0D4CA2-E106-0FD7-CDCF-DAEF84DE810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059C47A-C6AA-6AC9-776C-51EA5F63B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3" name="Rectangle 22">
            <a:extLst>
              <a:ext uri="{FF2B5EF4-FFF2-40B4-BE49-F238E27FC236}">
                <a16:creationId xmlns:a16="http://schemas.microsoft.com/office/drawing/2014/main" id="{CC270DB2-9239-E077-EB61-CA62186E0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6030546-D2B0-2842-2797-D73E5AB75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040763-B7D2-F731-9674-0180A6179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CD2DA9F-7605-677E-F6AD-CD0B9D2F5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64651C-2572-1F35-BE62-1B8D5029A4C3}"/>
              </a:ext>
            </a:extLst>
          </p:cNvPr>
          <p:cNvSpPr>
            <a:spLocks noGrp="1"/>
          </p:cNvSpPr>
          <p:nvPr>
            <p:ph type="title"/>
          </p:nvPr>
        </p:nvSpPr>
        <p:spPr>
          <a:xfrm>
            <a:off x="2739651" y="384910"/>
            <a:ext cx="10766363" cy="803331"/>
          </a:xfrm>
        </p:spPr>
        <p:txBody>
          <a:bodyPr vert="horz" lIns="91440" tIns="45720" rIns="91440" bIns="45720" rtlCol="0" anchor="ctr">
            <a:normAutofit/>
          </a:bodyPr>
          <a:lstStyle/>
          <a:p>
            <a:r>
              <a:rPr lang="en-US" sz="3400">
                <a:solidFill>
                  <a:srgbClr val="FFFFFF"/>
                </a:solidFill>
              </a:rPr>
              <a:t>Sensitivity Analysis – HDD and CDD </a:t>
            </a:r>
          </a:p>
        </p:txBody>
      </p:sp>
      <p:sp>
        <p:nvSpPr>
          <p:cNvPr id="7" name="TextBox 6">
            <a:extLst>
              <a:ext uri="{FF2B5EF4-FFF2-40B4-BE49-F238E27FC236}">
                <a16:creationId xmlns:a16="http://schemas.microsoft.com/office/drawing/2014/main" id="{49492897-F1E2-6319-4ABA-DB050CBC4A96}"/>
              </a:ext>
            </a:extLst>
          </p:cNvPr>
          <p:cNvSpPr txBox="1"/>
          <p:nvPr/>
        </p:nvSpPr>
        <p:spPr>
          <a:xfrm>
            <a:off x="209864" y="4718128"/>
            <a:ext cx="1230102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HDD/CDD</a:t>
            </a:r>
            <a:r>
              <a:rPr lang="en-US"/>
              <a:t> - Heating/Cooling Degree Days</a:t>
            </a:r>
          </a:p>
          <a:p>
            <a:r>
              <a:rPr lang="en-US"/>
              <a:t> - Shows how far the temperature is from 65°F, signaling demand for heating or cooling.</a:t>
            </a:r>
          </a:p>
          <a:p>
            <a:endParaRPr lang="en-US" b="1" u="sng"/>
          </a:p>
          <a:p>
            <a:r>
              <a:rPr lang="en-US" b="1" u="sng"/>
              <a:t>Strong Sensitivity</a:t>
            </a:r>
            <a:r>
              <a:rPr lang="en-US" b="1"/>
              <a:t>:</a:t>
            </a:r>
            <a:endParaRPr lang="en-US"/>
          </a:p>
          <a:p>
            <a:r>
              <a:rPr lang="en-US">
                <a:ea typeface="+mn-lt"/>
                <a:cs typeface="+mn-lt"/>
              </a:rPr>
              <a:t> - </a:t>
            </a:r>
            <a:r>
              <a:rPr lang="en-US" b="1">
                <a:ea typeface="+mn-lt"/>
                <a:cs typeface="+mn-lt"/>
              </a:rPr>
              <a:t>CDD </a:t>
            </a:r>
            <a:r>
              <a:rPr lang="en-US">
                <a:ea typeface="+mn-lt"/>
                <a:cs typeface="+mn-lt"/>
              </a:rPr>
              <a:t>– high sensitivity in warm months; hotter temps lead to significantly higher load</a:t>
            </a:r>
            <a:br>
              <a:rPr lang="en-US">
                <a:ea typeface="+mn-lt"/>
                <a:cs typeface="+mn-lt"/>
              </a:rPr>
            </a:br>
            <a:r>
              <a:rPr lang="en-US">
                <a:ea typeface="+mn-lt"/>
                <a:cs typeface="+mn-lt"/>
              </a:rPr>
              <a:t>     - </a:t>
            </a:r>
            <a:r>
              <a:rPr lang="en-US" b="1">
                <a:ea typeface="+mn-lt"/>
                <a:cs typeface="+mn-lt"/>
              </a:rPr>
              <a:t>HDD </a:t>
            </a:r>
            <a:r>
              <a:rPr lang="en-US">
                <a:ea typeface="+mn-lt"/>
                <a:cs typeface="+mn-lt"/>
              </a:rPr>
              <a:t>– low sensitivity for most of the year, but highly sensitive when heating is needed</a:t>
            </a:r>
          </a:p>
          <a:p>
            <a:r>
              <a:rPr lang="en-US">
                <a:ea typeface="+mn-lt"/>
                <a:cs typeface="+mn-lt"/>
              </a:rPr>
              <a:t>Average estimate (blue) underpredicts the effect of both on load demand, especially during seasonal extremes.</a:t>
            </a:r>
            <a:endParaRPr lang="en-US"/>
          </a:p>
          <a:p>
            <a:endParaRPr lang="en-US" b="1"/>
          </a:p>
          <a:p>
            <a:endParaRPr lang="en-US"/>
          </a:p>
          <a:p>
            <a:endParaRPr lang="en-US"/>
          </a:p>
        </p:txBody>
      </p:sp>
      <p:pic>
        <p:nvPicPr>
          <p:cNvPr id="5" name="Picture 4">
            <a:extLst>
              <a:ext uri="{FF2B5EF4-FFF2-40B4-BE49-F238E27FC236}">
                <a16:creationId xmlns:a16="http://schemas.microsoft.com/office/drawing/2014/main" id="{45BEDB18-4D8A-1457-BA9A-219BE7C78B48}"/>
              </a:ext>
            </a:extLst>
          </p:cNvPr>
          <p:cNvPicPr>
            <a:picLocks noChangeAspect="1"/>
          </p:cNvPicPr>
          <p:nvPr/>
        </p:nvPicPr>
        <p:blipFill>
          <a:blip r:embed="rId3"/>
          <a:stretch>
            <a:fillRect/>
          </a:stretch>
        </p:blipFill>
        <p:spPr>
          <a:xfrm>
            <a:off x="303722" y="1833840"/>
            <a:ext cx="5489006" cy="25945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E8B3CD01-0532-BD42-E2A1-B274B8CBE6F9}"/>
              </a:ext>
            </a:extLst>
          </p:cNvPr>
          <p:cNvPicPr>
            <a:picLocks noChangeAspect="1"/>
          </p:cNvPicPr>
          <p:nvPr/>
        </p:nvPicPr>
        <p:blipFill>
          <a:blip r:embed="rId4"/>
          <a:stretch>
            <a:fillRect/>
          </a:stretch>
        </p:blipFill>
        <p:spPr>
          <a:xfrm>
            <a:off x="6342063" y="1831121"/>
            <a:ext cx="5588000" cy="26004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51255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3" name="Rectangle 2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5F1DDB-A12B-E797-8505-E21B942B04B1}"/>
              </a:ext>
            </a:extLst>
          </p:cNvPr>
          <p:cNvSpPr>
            <a:spLocks noGrp="1"/>
          </p:cNvSpPr>
          <p:nvPr>
            <p:ph type="title"/>
          </p:nvPr>
        </p:nvSpPr>
        <p:spPr>
          <a:xfrm>
            <a:off x="961651" y="384910"/>
            <a:ext cx="10766363" cy="803331"/>
          </a:xfrm>
        </p:spPr>
        <p:txBody>
          <a:bodyPr vert="horz" lIns="91440" tIns="45720" rIns="91440" bIns="45720" rtlCol="0" anchor="ctr">
            <a:normAutofit/>
          </a:bodyPr>
          <a:lstStyle/>
          <a:p>
            <a:pPr algn="ctr"/>
            <a:r>
              <a:rPr lang="en-US" sz="3400">
                <a:solidFill>
                  <a:srgbClr val="FFFFFF"/>
                </a:solidFill>
              </a:rPr>
              <a:t>Sensitivity Analysis – Income (GDP) and Population </a:t>
            </a:r>
          </a:p>
        </p:txBody>
      </p:sp>
      <p:sp>
        <p:nvSpPr>
          <p:cNvPr id="9" name="TextBox 8">
            <a:extLst>
              <a:ext uri="{FF2B5EF4-FFF2-40B4-BE49-F238E27FC236}">
                <a16:creationId xmlns:a16="http://schemas.microsoft.com/office/drawing/2014/main" id="{02EDAA98-8DFD-92BF-7E8C-BF8242A16A70}"/>
              </a:ext>
            </a:extLst>
          </p:cNvPr>
          <p:cNvSpPr txBox="1"/>
          <p:nvPr/>
        </p:nvSpPr>
        <p:spPr>
          <a:xfrm>
            <a:off x="233131" y="5153542"/>
            <a:ext cx="761414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Strong Sensitivity:</a:t>
            </a:r>
            <a:r>
              <a:rPr lang="en-US"/>
              <a:t> </a:t>
            </a:r>
          </a:p>
          <a:p>
            <a:r>
              <a:rPr lang="en-US"/>
              <a:t> - </a:t>
            </a:r>
            <a:r>
              <a:rPr lang="en-US" b="1"/>
              <a:t>Population</a:t>
            </a:r>
            <a:r>
              <a:rPr lang="en-US"/>
              <a:t> – larger population results in substantially larger loads</a:t>
            </a:r>
          </a:p>
          <a:p>
            <a:r>
              <a:rPr lang="en-US"/>
              <a:t> - </a:t>
            </a:r>
            <a:r>
              <a:rPr lang="en-US" b="1"/>
              <a:t>Income (GDP)</a:t>
            </a:r>
            <a:r>
              <a:rPr lang="en-US"/>
              <a:t> - increased income results in larger load usage</a:t>
            </a:r>
          </a:p>
          <a:p>
            <a:endParaRPr lang="en-US"/>
          </a:p>
          <a:p>
            <a:r>
              <a:rPr lang="en-US"/>
              <a:t>Average estimate (blue) underpredicts the effect of both on load demand</a:t>
            </a:r>
          </a:p>
        </p:txBody>
      </p:sp>
      <p:pic>
        <p:nvPicPr>
          <p:cNvPr id="3" name="Picture 2">
            <a:extLst>
              <a:ext uri="{FF2B5EF4-FFF2-40B4-BE49-F238E27FC236}">
                <a16:creationId xmlns:a16="http://schemas.microsoft.com/office/drawing/2014/main" id="{C8C18F66-4B2E-8AA2-5F4A-D34DE6EE5613}"/>
              </a:ext>
            </a:extLst>
          </p:cNvPr>
          <p:cNvPicPr>
            <a:picLocks noChangeAspect="1"/>
          </p:cNvPicPr>
          <p:nvPr/>
        </p:nvPicPr>
        <p:blipFill>
          <a:blip r:embed="rId3"/>
          <a:stretch>
            <a:fillRect/>
          </a:stretch>
        </p:blipFill>
        <p:spPr>
          <a:xfrm>
            <a:off x="227109" y="2121311"/>
            <a:ext cx="5644211" cy="26074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C3B89180-0A16-5354-1F22-CFEF643A9DE9}"/>
              </a:ext>
            </a:extLst>
          </p:cNvPr>
          <p:cNvPicPr>
            <a:picLocks noChangeAspect="1"/>
          </p:cNvPicPr>
          <p:nvPr/>
        </p:nvPicPr>
        <p:blipFill>
          <a:blip r:embed="rId4"/>
          <a:stretch>
            <a:fillRect/>
          </a:stretch>
        </p:blipFill>
        <p:spPr>
          <a:xfrm>
            <a:off x="6345141" y="2122544"/>
            <a:ext cx="5608735" cy="26121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62814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8EC3D-11F0-22B7-AD7C-2974388F7C93}"/>
              </a:ext>
            </a:extLst>
          </p:cNvPr>
          <p:cNvSpPr>
            <a:spLocks noGrp="1"/>
          </p:cNvSpPr>
          <p:nvPr>
            <p:ph type="title"/>
          </p:nvPr>
        </p:nvSpPr>
        <p:spPr/>
        <p:txBody>
          <a:bodyPr/>
          <a:lstStyle/>
          <a:p>
            <a:r>
              <a:rPr lang="en-US"/>
              <a:t>Sensitivity Analysis – Price and Windspeed</a:t>
            </a:r>
          </a:p>
        </p:txBody>
      </p:sp>
      <p:pic>
        <p:nvPicPr>
          <p:cNvPr id="4" name="Picture 3">
            <a:extLst>
              <a:ext uri="{FF2B5EF4-FFF2-40B4-BE49-F238E27FC236}">
                <a16:creationId xmlns:a16="http://schemas.microsoft.com/office/drawing/2014/main" id="{063EE952-60D6-684C-E108-5AA5E707CC08}"/>
              </a:ext>
            </a:extLst>
          </p:cNvPr>
          <p:cNvPicPr>
            <a:picLocks noChangeAspect="1"/>
          </p:cNvPicPr>
          <p:nvPr/>
        </p:nvPicPr>
        <p:blipFill>
          <a:blip r:embed="rId2"/>
          <a:stretch>
            <a:fillRect/>
          </a:stretch>
        </p:blipFill>
        <p:spPr>
          <a:xfrm>
            <a:off x="403031" y="1908112"/>
            <a:ext cx="5286376" cy="2448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E5F01642-5AD9-CE88-5C96-39A5F8506089}"/>
              </a:ext>
            </a:extLst>
          </p:cNvPr>
          <p:cNvPicPr>
            <a:picLocks noChangeAspect="1"/>
          </p:cNvPicPr>
          <p:nvPr/>
        </p:nvPicPr>
        <p:blipFill>
          <a:blip r:embed="rId3"/>
          <a:stretch>
            <a:fillRect/>
          </a:stretch>
        </p:blipFill>
        <p:spPr>
          <a:xfrm>
            <a:off x="6309826" y="1905035"/>
            <a:ext cx="5286376" cy="2448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16184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EAFC31-F37C-0752-55C0-2BD9AA22CA5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24" name="Rectangle 23">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38199CF-C84B-17A4-2355-801B3A812E5A}"/>
              </a:ext>
            </a:extLst>
          </p:cNvPr>
          <p:cNvSpPr>
            <a:spLocks noGrp="1"/>
          </p:cNvSpPr>
          <p:nvPr>
            <p:ph type="title"/>
          </p:nvPr>
        </p:nvSpPr>
        <p:spPr>
          <a:xfrm>
            <a:off x="1371598" y="319314"/>
            <a:ext cx="9477377" cy="1030515"/>
          </a:xfrm>
        </p:spPr>
        <p:txBody>
          <a:bodyPr vert="horz" lIns="91440" tIns="45720" rIns="91440" bIns="45720" rtlCol="0" anchor="ctr">
            <a:normAutofit/>
          </a:bodyPr>
          <a:lstStyle/>
          <a:p>
            <a:r>
              <a:rPr lang="en-US" sz="3400">
                <a:solidFill>
                  <a:srgbClr val="FFFFFF"/>
                </a:solidFill>
              </a:rPr>
              <a:t>Sensitivity Analysis – Lakeland Specific Elasticities</a:t>
            </a:r>
          </a:p>
        </p:txBody>
      </p:sp>
      <p:pic>
        <p:nvPicPr>
          <p:cNvPr id="3" name="Picture 2">
            <a:extLst>
              <a:ext uri="{FF2B5EF4-FFF2-40B4-BE49-F238E27FC236}">
                <a16:creationId xmlns:a16="http://schemas.microsoft.com/office/drawing/2014/main" id="{D9807F5F-A01E-E1A9-2F8D-F045CBED5FEF}"/>
              </a:ext>
            </a:extLst>
          </p:cNvPr>
          <p:cNvPicPr>
            <a:picLocks noChangeAspect="1"/>
          </p:cNvPicPr>
          <p:nvPr/>
        </p:nvPicPr>
        <p:blipFill>
          <a:blip r:embed="rId3"/>
          <a:stretch>
            <a:fillRect/>
          </a:stretch>
        </p:blipFill>
        <p:spPr>
          <a:xfrm>
            <a:off x="601661" y="1718263"/>
            <a:ext cx="5335188" cy="26522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a:extLst>
              <a:ext uri="{FF2B5EF4-FFF2-40B4-BE49-F238E27FC236}">
                <a16:creationId xmlns:a16="http://schemas.microsoft.com/office/drawing/2014/main" id="{0307E310-B906-02C3-D10A-2ECA1ECFA1A0}"/>
              </a:ext>
            </a:extLst>
          </p:cNvPr>
          <p:cNvSpPr txBox="1"/>
          <p:nvPr/>
        </p:nvSpPr>
        <p:spPr>
          <a:xfrm>
            <a:off x="6095791" y="2035975"/>
            <a:ext cx="585539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mn-lt"/>
              <a:cs typeface="+mn-lt"/>
            </a:endParaRPr>
          </a:p>
          <a:p>
            <a:pPr marL="285750" indent="-285750">
              <a:buFont typeface="Arial"/>
              <a:buChar char="•"/>
            </a:pPr>
            <a:r>
              <a:rPr lang="en-US">
                <a:ea typeface="+mn-lt"/>
                <a:cs typeface="+mn-lt"/>
              </a:rPr>
              <a:t>Static Price, Income, and HDD/CDD fall within research elasticity ranges</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Population and Wind Speed elasticities are just below the expected minimums</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Research Range severely underestimates price elasticity for dynamic pricing</a:t>
            </a:r>
            <a:endParaRPr lang="en-US"/>
          </a:p>
          <a:p>
            <a:pPr marL="285750" indent="-285750">
              <a:buFont typeface="Arial"/>
              <a:buChar char="•"/>
            </a:pPr>
            <a:endParaRPr lang="en-US">
              <a:ea typeface="+mn-lt"/>
              <a:cs typeface="+mn-lt"/>
            </a:endParaRPr>
          </a:p>
          <a:p>
            <a:pPr marL="285750" indent="-285750">
              <a:buFont typeface="Arial,Sans-Serif"/>
              <a:buChar char="•"/>
            </a:pPr>
            <a:r>
              <a:rPr lang="en-US">
                <a:ea typeface="+mn-lt"/>
                <a:cs typeface="+mn-lt"/>
              </a:rPr>
              <a:t>Every feature statistically significant except for price in the static model</a:t>
            </a:r>
          </a:p>
          <a:p>
            <a:pPr marL="285750" indent="-285750">
              <a:buFont typeface="Arial"/>
              <a:buChar char="•"/>
            </a:pPr>
            <a:endParaRPr lang="en-US">
              <a:ea typeface="+mn-lt"/>
              <a:cs typeface="+mn-lt"/>
            </a:endParaRPr>
          </a:p>
          <a:p>
            <a:endParaRPr lang="en-US"/>
          </a:p>
          <a:p>
            <a:endParaRPr lang="en-US"/>
          </a:p>
          <a:p>
            <a:endParaRPr lang="en-US"/>
          </a:p>
          <a:p>
            <a:endParaRPr lang="en-US"/>
          </a:p>
          <a:p>
            <a:pPr>
              <a:buFont typeface="Arial"/>
              <a:buChar char="•"/>
            </a:pPr>
            <a:endParaRPr lang="en-US"/>
          </a:p>
          <a:p>
            <a:pPr marL="285750" indent="-285750">
              <a:buFont typeface="Arial"/>
              <a:buChar char="•"/>
            </a:pPr>
            <a:endParaRPr lang="en-US"/>
          </a:p>
          <a:p>
            <a:endParaRPr lang="en-US"/>
          </a:p>
        </p:txBody>
      </p:sp>
      <p:graphicFrame>
        <p:nvGraphicFramePr>
          <p:cNvPr id="7" name="Table 6">
            <a:extLst>
              <a:ext uri="{FF2B5EF4-FFF2-40B4-BE49-F238E27FC236}">
                <a16:creationId xmlns:a16="http://schemas.microsoft.com/office/drawing/2014/main" id="{87A91150-5BE3-AD4D-FF6B-A5E1F7EDE15F}"/>
              </a:ext>
            </a:extLst>
          </p:cNvPr>
          <p:cNvGraphicFramePr>
            <a:graphicFrameLocks noGrp="1"/>
          </p:cNvGraphicFramePr>
          <p:nvPr>
            <p:extLst>
              <p:ext uri="{D42A27DB-BD31-4B8C-83A1-F6EECF244321}">
                <p14:modId xmlns:p14="http://schemas.microsoft.com/office/powerpoint/2010/main" val="1671669519"/>
              </p:ext>
            </p:extLst>
          </p:nvPr>
        </p:nvGraphicFramePr>
        <p:xfrm>
          <a:off x="603250" y="4706937"/>
          <a:ext cx="5341652" cy="1820777"/>
        </p:xfrm>
        <a:graphic>
          <a:graphicData uri="http://schemas.openxmlformats.org/drawingml/2006/table">
            <a:tbl>
              <a:tblPr bandRow="1">
                <a:tableStyleId>{5C22544A-7EE6-4342-B048-85BDC9FD1C3A}</a:tableStyleId>
              </a:tblPr>
              <a:tblGrid>
                <a:gridCol w="1401359">
                  <a:extLst>
                    <a:ext uri="{9D8B030D-6E8A-4147-A177-3AD203B41FA5}">
                      <a16:colId xmlns:a16="http://schemas.microsoft.com/office/drawing/2014/main" val="1163138630"/>
                    </a:ext>
                  </a:extLst>
                </a:gridCol>
                <a:gridCol w="1368387">
                  <a:extLst>
                    <a:ext uri="{9D8B030D-6E8A-4147-A177-3AD203B41FA5}">
                      <a16:colId xmlns:a16="http://schemas.microsoft.com/office/drawing/2014/main" val="975512021"/>
                    </a:ext>
                  </a:extLst>
                </a:gridCol>
                <a:gridCol w="1401359">
                  <a:extLst>
                    <a:ext uri="{9D8B030D-6E8A-4147-A177-3AD203B41FA5}">
                      <a16:colId xmlns:a16="http://schemas.microsoft.com/office/drawing/2014/main" val="3359370351"/>
                    </a:ext>
                  </a:extLst>
                </a:gridCol>
                <a:gridCol w="1170547">
                  <a:extLst>
                    <a:ext uri="{9D8B030D-6E8A-4147-A177-3AD203B41FA5}">
                      <a16:colId xmlns:a16="http://schemas.microsoft.com/office/drawing/2014/main" val="3621400691"/>
                    </a:ext>
                  </a:extLst>
                </a:gridCol>
              </a:tblGrid>
              <a:tr h="260111">
                <a:tc>
                  <a:txBody>
                    <a:bodyPr/>
                    <a:lstStyle/>
                    <a:p>
                      <a:pPr algn="ctr" fontAlgn="b"/>
                      <a:r>
                        <a:rPr lang="en-US" sz="1400" b="1" i="0" u="none" strike="noStrike">
                          <a:solidFill>
                            <a:srgbClr val="000000"/>
                          </a:solidFill>
                          <a:effectLst/>
                          <a:latin typeface="Aptos Narrow"/>
                        </a:rPr>
                        <a:t>Variable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a:solidFill>
                            <a:srgbClr val="000000"/>
                          </a:solidFill>
                          <a:effectLst/>
                          <a:latin typeface="Aptos Narrow"/>
                        </a:rPr>
                        <a:t>Elasticity Range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a:solidFill>
                            <a:srgbClr val="000000"/>
                          </a:solidFill>
                          <a:effectLst/>
                          <a:latin typeface="Aptos Narrow"/>
                        </a:rPr>
                        <a:t>Dynamic Pricing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1" i="0" u="none" strike="noStrike">
                          <a:solidFill>
                            <a:srgbClr val="000000"/>
                          </a:solidFill>
                          <a:effectLst/>
                          <a:latin typeface="Aptos Narrow"/>
                        </a:rPr>
                        <a:t>Static Pricing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9055020"/>
                  </a:ext>
                </a:extLst>
              </a:tr>
              <a:tr h="260111">
                <a:tc>
                  <a:txBody>
                    <a:bodyPr/>
                    <a:lstStyle/>
                    <a:p>
                      <a:pPr algn="ctr" fontAlgn="b"/>
                      <a:r>
                        <a:rPr lang="en-US" sz="1400" b="0" i="0" u="none" strike="noStrike">
                          <a:solidFill>
                            <a:srgbClr val="000000"/>
                          </a:solidFill>
                          <a:effectLst/>
                          <a:latin typeface="Aptos Narrow"/>
                        </a:rPr>
                        <a:t>Price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-0.188 to -0.005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-0.854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-0.0186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4739839"/>
                  </a:ext>
                </a:extLst>
              </a:tr>
              <a:tr h="260111">
                <a:tc>
                  <a:txBody>
                    <a:bodyPr/>
                    <a:lstStyle/>
                    <a:p>
                      <a:pPr algn="ctr" fontAlgn="b"/>
                      <a:r>
                        <a:rPr lang="en-US" sz="1400" b="0" i="0" u="none" strike="noStrike">
                          <a:solidFill>
                            <a:srgbClr val="000000"/>
                          </a:solidFill>
                          <a:effectLst/>
                          <a:latin typeface="Aptos Narrow"/>
                        </a:rPr>
                        <a:t>Income (GDP)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0.393 to 1.132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0.422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0.4342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972822"/>
                  </a:ext>
                </a:extLst>
              </a:tr>
              <a:tr h="260111">
                <a:tc>
                  <a:txBody>
                    <a:bodyPr/>
                    <a:lstStyle/>
                    <a:p>
                      <a:pPr algn="ctr" fontAlgn="b"/>
                      <a:r>
                        <a:rPr lang="en-US" sz="1400" b="0" i="0" u="none" strike="noStrike">
                          <a:solidFill>
                            <a:srgbClr val="000000"/>
                          </a:solidFill>
                          <a:effectLst/>
                          <a:latin typeface="Aptos Narrow"/>
                        </a:rPr>
                        <a:t>Population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0.109 to 0.883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0.0515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0.0415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6417888"/>
                  </a:ext>
                </a:extLst>
              </a:tr>
              <a:tr h="260111">
                <a:tc>
                  <a:txBody>
                    <a:bodyPr/>
                    <a:lstStyle/>
                    <a:p>
                      <a:pPr algn="ctr" fontAlgn="b"/>
                      <a:r>
                        <a:rPr lang="en-US" sz="1400" b="0" i="0" u="none" strike="noStrike">
                          <a:solidFill>
                            <a:srgbClr val="000000"/>
                          </a:solidFill>
                          <a:effectLst/>
                          <a:latin typeface="Aptos Narrow"/>
                        </a:rPr>
                        <a:t>HDD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0.00 to 0.221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0.1801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0.1733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8452966"/>
                  </a:ext>
                </a:extLst>
              </a:tr>
              <a:tr h="260111">
                <a:tc>
                  <a:txBody>
                    <a:bodyPr/>
                    <a:lstStyle/>
                    <a:p>
                      <a:pPr algn="ctr" fontAlgn="b"/>
                      <a:r>
                        <a:rPr lang="en-US" sz="1400" b="0" i="0" u="none" strike="noStrike">
                          <a:solidFill>
                            <a:srgbClr val="000000"/>
                          </a:solidFill>
                          <a:effectLst/>
                          <a:latin typeface="Aptos Narrow"/>
                        </a:rPr>
                        <a:t>CDD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-0.66 to 0.335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0.2408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0.2351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00943267"/>
                  </a:ext>
                </a:extLst>
              </a:tr>
              <a:tr h="260111">
                <a:tc>
                  <a:txBody>
                    <a:bodyPr/>
                    <a:lstStyle/>
                    <a:p>
                      <a:pPr algn="ctr" fontAlgn="b"/>
                      <a:r>
                        <a:rPr lang="en-US" sz="1400" b="0" i="0" u="none" strike="noStrike">
                          <a:solidFill>
                            <a:srgbClr val="000000"/>
                          </a:solidFill>
                          <a:effectLst/>
                          <a:latin typeface="Aptos Narrow"/>
                        </a:rPr>
                        <a:t>Wind Speed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0.011 to 0.022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0.0707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400" b="0" i="0" u="none" strike="noStrike">
                          <a:solidFill>
                            <a:srgbClr val="000000"/>
                          </a:solidFill>
                          <a:effectLst/>
                          <a:latin typeface="Aptos Narrow"/>
                        </a:rPr>
                        <a:t>0.0635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7486667"/>
                  </a:ext>
                </a:extLst>
              </a:tr>
            </a:tbl>
          </a:graphicData>
        </a:graphic>
      </p:graphicFrame>
    </p:spTree>
    <p:extLst>
      <p:ext uri="{BB962C8B-B14F-4D97-AF65-F5344CB8AC3E}">
        <p14:creationId xmlns:p14="http://schemas.microsoft.com/office/powerpoint/2010/main" val="168576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B69F1A-EC16-CA94-9188-A90984813F84}"/>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E1D1675-C720-3A3C-4B78-5D14AD26B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3B263C3-58B8-5D91-7B79-3ED9DEB89B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24" name="Rectangle 23">
              <a:extLst>
                <a:ext uri="{FF2B5EF4-FFF2-40B4-BE49-F238E27FC236}">
                  <a16:creationId xmlns:a16="http://schemas.microsoft.com/office/drawing/2014/main" id="{C1396EB9-1891-E0C6-FDBF-6C8F41A90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0313CB-4B48-34E7-4D02-A3B2F426F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2CE4920-525D-4FC0-82E2-C23D3CE516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6A256BD-373F-F4C2-751B-C04158BBABFE}"/>
              </a:ext>
            </a:extLst>
          </p:cNvPr>
          <p:cNvSpPr>
            <a:spLocks noGrp="1"/>
          </p:cNvSpPr>
          <p:nvPr>
            <p:ph type="title"/>
          </p:nvPr>
        </p:nvSpPr>
        <p:spPr>
          <a:xfrm>
            <a:off x="1371598" y="319314"/>
            <a:ext cx="9477377" cy="1030515"/>
          </a:xfrm>
        </p:spPr>
        <p:txBody>
          <a:bodyPr vert="horz" lIns="91440" tIns="45720" rIns="91440" bIns="45720" rtlCol="0" anchor="ctr">
            <a:normAutofit/>
          </a:bodyPr>
          <a:lstStyle/>
          <a:p>
            <a:pPr algn="ctr"/>
            <a:r>
              <a:rPr lang="en-US" sz="3400">
                <a:solidFill>
                  <a:srgbClr val="FFFFFF"/>
                </a:solidFill>
              </a:rPr>
              <a:t>Rolling Windows Analysis - Comparison On Models</a:t>
            </a:r>
          </a:p>
        </p:txBody>
      </p:sp>
      <p:sp>
        <p:nvSpPr>
          <p:cNvPr id="5" name="TextBox 4">
            <a:extLst>
              <a:ext uri="{FF2B5EF4-FFF2-40B4-BE49-F238E27FC236}">
                <a16:creationId xmlns:a16="http://schemas.microsoft.com/office/drawing/2014/main" id="{744FECEB-A965-543E-6D9B-7A9DFC63DA4A}"/>
              </a:ext>
            </a:extLst>
          </p:cNvPr>
          <p:cNvSpPr txBox="1"/>
          <p:nvPr/>
        </p:nvSpPr>
        <p:spPr>
          <a:xfrm>
            <a:off x="4720853" y="1576357"/>
            <a:ext cx="7208328"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ea typeface="+mn-lt"/>
                <a:cs typeface="+mn-lt"/>
              </a:rPr>
              <a:t>Rolling Windows (Hourly Data):</a:t>
            </a:r>
          </a:p>
          <a:p>
            <a:pPr marL="742950" lvl="1" indent="-285750">
              <a:buFont typeface="Arial"/>
              <a:buChar char="•"/>
            </a:pPr>
            <a:r>
              <a:rPr lang="en-US" sz="1600"/>
              <a:t>1-month, 1-year, and 10-year optimal windows determined</a:t>
            </a:r>
          </a:p>
          <a:p>
            <a:pPr marL="742950" lvl="1" indent="-285750">
              <a:buFont typeface="Arial,Sans-Serif"/>
              <a:buChar char="•"/>
            </a:pPr>
            <a:r>
              <a:rPr lang="en-US" sz="1600"/>
              <a:t>24 Hour seasonality</a:t>
            </a:r>
          </a:p>
          <a:p>
            <a:pPr lvl="1"/>
            <a:endParaRPr lang="en-US" sz="1600"/>
          </a:p>
          <a:p>
            <a:pPr lvl="1"/>
            <a:endParaRPr lang="en-US" sz="1600"/>
          </a:p>
          <a:p>
            <a:pPr marL="285750" indent="-285750">
              <a:buFont typeface="Arial"/>
              <a:buChar char="•"/>
            </a:pPr>
            <a:r>
              <a:rPr lang="en-US" sz="1600" u="sng"/>
              <a:t>Models Tested</a:t>
            </a:r>
            <a:r>
              <a:rPr lang="en-US" sz="1600"/>
              <a:t>: </a:t>
            </a:r>
          </a:p>
          <a:p>
            <a:pPr marL="742950" lvl="1" indent="-285750">
              <a:buFont typeface="Arial"/>
              <a:buChar char="•"/>
            </a:pPr>
            <a:r>
              <a:rPr lang="en-US" sz="1600"/>
              <a:t>OLS (Research Based vs Lakeland Fit)</a:t>
            </a:r>
          </a:p>
          <a:p>
            <a:pPr marL="742950" lvl="1" indent="-285750">
              <a:buFont typeface="Arial"/>
              <a:buChar char="•"/>
            </a:pPr>
            <a:r>
              <a:rPr lang="en-US" sz="1600"/>
              <a:t>SARIMAX</a:t>
            </a:r>
          </a:p>
          <a:p>
            <a:pPr marL="742950" lvl="1" indent="-285750">
              <a:buFont typeface="Arial"/>
              <a:buChar char="•"/>
            </a:pPr>
            <a:r>
              <a:rPr lang="en-US" sz="1600"/>
              <a:t>Holt-Winters</a:t>
            </a:r>
          </a:p>
          <a:p>
            <a:pPr marL="742950" lvl="1" indent="-285750">
              <a:buFont typeface="Arial"/>
              <a:buChar char="•"/>
            </a:pPr>
            <a:r>
              <a:rPr lang="en-US" sz="1600"/>
              <a:t>Random-Forest</a:t>
            </a:r>
          </a:p>
          <a:p>
            <a:pPr marL="742950" lvl="1" indent="-285750">
              <a:buFont typeface="Arial"/>
              <a:buChar char="•"/>
            </a:pPr>
            <a:endParaRPr lang="en-US" sz="1600"/>
          </a:p>
          <a:p>
            <a:endParaRPr lang="en-US"/>
          </a:p>
          <a:p>
            <a:pPr marL="285750" indent="-285750">
              <a:buFont typeface="Arial"/>
              <a:buChar char="•"/>
            </a:pPr>
            <a:endParaRPr lang="en-US"/>
          </a:p>
          <a:p>
            <a:endParaRPr lang="en-US"/>
          </a:p>
        </p:txBody>
      </p:sp>
      <p:pic>
        <p:nvPicPr>
          <p:cNvPr id="9" name="Picture 8">
            <a:extLst>
              <a:ext uri="{FF2B5EF4-FFF2-40B4-BE49-F238E27FC236}">
                <a16:creationId xmlns:a16="http://schemas.microsoft.com/office/drawing/2014/main" id="{CE3B1DD1-9B9D-D2A0-ED83-8D41A3CE0664}"/>
              </a:ext>
            </a:extLst>
          </p:cNvPr>
          <p:cNvPicPr>
            <a:picLocks noChangeAspect="1"/>
          </p:cNvPicPr>
          <p:nvPr/>
        </p:nvPicPr>
        <p:blipFill>
          <a:blip r:embed="rId3"/>
          <a:stretch>
            <a:fillRect/>
          </a:stretch>
        </p:blipFill>
        <p:spPr>
          <a:xfrm>
            <a:off x="550593" y="4111625"/>
            <a:ext cx="3812127" cy="24288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FFDC2EC5-0B50-C359-1B5C-52897E51B2AC}"/>
              </a:ext>
            </a:extLst>
          </p:cNvPr>
          <p:cNvPicPr>
            <a:picLocks noChangeAspect="1"/>
          </p:cNvPicPr>
          <p:nvPr/>
        </p:nvPicPr>
        <p:blipFill>
          <a:blip r:embed="rId4"/>
          <a:stretch>
            <a:fillRect/>
          </a:stretch>
        </p:blipFill>
        <p:spPr>
          <a:xfrm>
            <a:off x="549934" y="1889865"/>
            <a:ext cx="3803521" cy="186009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4390D539-ABFE-1621-EB65-D770261B9A05}"/>
              </a:ext>
            </a:extLst>
          </p:cNvPr>
          <p:cNvPicPr>
            <a:picLocks noChangeAspect="1"/>
          </p:cNvPicPr>
          <p:nvPr/>
        </p:nvPicPr>
        <p:blipFill>
          <a:blip r:embed="rId5"/>
          <a:stretch>
            <a:fillRect/>
          </a:stretch>
        </p:blipFill>
        <p:spPr>
          <a:xfrm>
            <a:off x="5326224" y="4201691"/>
            <a:ext cx="5994919" cy="24279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99245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8F874A-2D15-0BE2-E548-C13DD22E675C}"/>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F091188-26AB-BFF2-398E-D257B1B96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04DA17F9-9E4E-4FF7-6EC7-D816E6C304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24" name="Rectangle 23">
              <a:extLst>
                <a:ext uri="{FF2B5EF4-FFF2-40B4-BE49-F238E27FC236}">
                  <a16:creationId xmlns:a16="http://schemas.microsoft.com/office/drawing/2014/main" id="{B78FD0F1-889F-3094-ED6F-4D8923734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AD9700F-405F-9752-2013-649395316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DE5382D-9862-60FB-E857-723495024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140E05C-40FC-8748-DCC8-C400D4EAD704}"/>
              </a:ext>
            </a:extLst>
          </p:cNvPr>
          <p:cNvSpPr>
            <a:spLocks noGrp="1"/>
          </p:cNvSpPr>
          <p:nvPr>
            <p:ph type="title"/>
          </p:nvPr>
        </p:nvSpPr>
        <p:spPr>
          <a:xfrm>
            <a:off x="1371598" y="319314"/>
            <a:ext cx="9477377" cy="1030515"/>
          </a:xfrm>
        </p:spPr>
        <p:txBody>
          <a:bodyPr vert="horz" lIns="91440" tIns="45720" rIns="91440" bIns="45720" rtlCol="0" anchor="ctr">
            <a:normAutofit/>
          </a:bodyPr>
          <a:lstStyle/>
          <a:p>
            <a:pPr algn="ctr"/>
            <a:r>
              <a:rPr lang="en-US" sz="3400">
                <a:solidFill>
                  <a:srgbClr val="FFFFFF"/>
                </a:solidFill>
              </a:rPr>
              <a:t>Forecasting Model Analysis - Comparison On Models Continued</a:t>
            </a:r>
          </a:p>
        </p:txBody>
      </p:sp>
      <p:pic>
        <p:nvPicPr>
          <p:cNvPr id="9" name="Picture 8">
            <a:extLst>
              <a:ext uri="{FF2B5EF4-FFF2-40B4-BE49-F238E27FC236}">
                <a16:creationId xmlns:a16="http://schemas.microsoft.com/office/drawing/2014/main" id="{8589BC48-3905-E73E-E5B4-081853284A59}"/>
              </a:ext>
            </a:extLst>
          </p:cNvPr>
          <p:cNvPicPr>
            <a:picLocks noChangeAspect="1"/>
          </p:cNvPicPr>
          <p:nvPr/>
        </p:nvPicPr>
        <p:blipFill>
          <a:blip r:embed="rId3"/>
          <a:stretch>
            <a:fillRect/>
          </a:stretch>
        </p:blipFill>
        <p:spPr>
          <a:xfrm>
            <a:off x="1282958" y="1711437"/>
            <a:ext cx="9659938" cy="23682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E3865AC4-9E74-63CA-6402-C95F98065ECB}"/>
              </a:ext>
            </a:extLst>
          </p:cNvPr>
          <p:cNvPicPr>
            <a:picLocks noChangeAspect="1"/>
          </p:cNvPicPr>
          <p:nvPr/>
        </p:nvPicPr>
        <p:blipFill>
          <a:blip r:embed="rId4"/>
          <a:stretch>
            <a:fillRect/>
          </a:stretch>
        </p:blipFill>
        <p:spPr>
          <a:xfrm>
            <a:off x="1282959" y="4330089"/>
            <a:ext cx="9657183" cy="23577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59960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F0BF48-75B6-0537-9DFB-0F9F3DBBA952}"/>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C110E3-BD10-F5D3-0146-4B18F355B7B5}"/>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Forecasting Model Summary</a:t>
            </a:r>
          </a:p>
        </p:txBody>
      </p:sp>
      <p:graphicFrame>
        <p:nvGraphicFramePr>
          <p:cNvPr id="11" name="Table 10">
            <a:extLst>
              <a:ext uri="{FF2B5EF4-FFF2-40B4-BE49-F238E27FC236}">
                <a16:creationId xmlns:a16="http://schemas.microsoft.com/office/drawing/2014/main" id="{50CA0531-0FD3-6EE4-E853-DE85645BAFFD}"/>
              </a:ext>
            </a:extLst>
          </p:cNvPr>
          <p:cNvGraphicFramePr>
            <a:graphicFrameLocks noGrp="1"/>
          </p:cNvGraphicFramePr>
          <p:nvPr>
            <p:extLst>
              <p:ext uri="{D42A27DB-BD31-4B8C-83A1-F6EECF244321}">
                <p14:modId xmlns:p14="http://schemas.microsoft.com/office/powerpoint/2010/main" val="3728465533"/>
              </p:ext>
            </p:extLst>
          </p:nvPr>
        </p:nvGraphicFramePr>
        <p:xfrm>
          <a:off x="1332447" y="1675227"/>
          <a:ext cx="9527109" cy="4394208"/>
        </p:xfrm>
        <a:graphic>
          <a:graphicData uri="http://schemas.openxmlformats.org/drawingml/2006/table">
            <a:tbl>
              <a:tblPr bandRow="1">
                <a:tableStyleId>{5C22544A-7EE6-4342-B048-85BDC9FD1C3A}</a:tableStyleId>
              </a:tblPr>
              <a:tblGrid>
                <a:gridCol w="1487766">
                  <a:extLst>
                    <a:ext uri="{9D8B030D-6E8A-4147-A177-3AD203B41FA5}">
                      <a16:colId xmlns:a16="http://schemas.microsoft.com/office/drawing/2014/main" val="3554945736"/>
                    </a:ext>
                  </a:extLst>
                </a:gridCol>
                <a:gridCol w="1585209">
                  <a:extLst>
                    <a:ext uri="{9D8B030D-6E8A-4147-A177-3AD203B41FA5}">
                      <a16:colId xmlns:a16="http://schemas.microsoft.com/office/drawing/2014/main" val="2572258481"/>
                    </a:ext>
                  </a:extLst>
                </a:gridCol>
                <a:gridCol w="1480772">
                  <a:extLst>
                    <a:ext uri="{9D8B030D-6E8A-4147-A177-3AD203B41FA5}">
                      <a16:colId xmlns:a16="http://schemas.microsoft.com/office/drawing/2014/main" val="2559623035"/>
                    </a:ext>
                  </a:extLst>
                </a:gridCol>
                <a:gridCol w="1469117">
                  <a:extLst>
                    <a:ext uri="{9D8B030D-6E8A-4147-A177-3AD203B41FA5}">
                      <a16:colId xmlns:a16="http://schemas.microsoft.com/office/drawing/2014/main" val="3791838756"/>
                    </a:ext>
                  </a:extLst>
                </a:gridCol>
                <a:gridCol w="1844438">
                  <a:extLst>
                    <a:ext uri="{9D8B030D-6E8A-4147-A177-3AD203B41FA5}">
                      <a16:colId xmlns:a16="http://schemas.microsoft.com/office/drawing/2014/main" val="695909875"/>
                    </a:ext>
                  </a:extLst>
                </a:gridCol>
                <a:gridCol w="1659807">
                  <a:extLst>
                    <a:ext uri="{9D8B030D-6E8A-4147-A177-3AD203B41FA5}">
                      <a16:colId xmlns:a16="http://schemas.microsoft.com/office/drawing/2014/main" val="3604912804"/>
                    </a:ext>
                  </a:extLst>
                </a:gridCol>
              </a:tblGrid>
              <a:tr h="313872">
                <a:tc>
                  <a:txBody>
                    <a:bodyPr/>
                    <a:lstStyle/>
                    <a:p>
                      <a:pPr algn="ctr" fontAlgn="b"/>
                      <a:r>
                        <a:rPr lang="en-US" sz="1600" b="1" i="0" u="none" strike="noStrike">
                          <a:solidFill>
                            <a:srgbClr val="000000"/>
                          </a:solidFill>
                          <a:effectLst/>
                          <a:latin typeface="Aptos Narrow"/>
                        </a:rPr>
                        <a:t>1 MONTH RMSE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596119"/>
                  </a:ext>
                </a:extLst>
              </a:tr>
              <a:tr h="313872">
                <a:tc>
                  <a:txBody>
                    <a:bodyPr/>
                    <a:lstStyle/>
                    <a:p>
                      <a:pPr algn="ctr" fontAlgn="b"/>
                      <a:r>
                        <a:rPr lang="en-US" sz="1600" b="0" i="0" u="none" strike="noStrike">
                          <a:solidFill>
                            <a:srgbClr val="000000"/>
                          </a:solidFill>
                          <a:effectLst/>
                          <a:latin typeface="Aptos Narrow"/>
                        </a:rPr>
                        <a:t>Model Type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OLS (Fitted)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Research Model</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Random-Forest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SARIMAX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Holt-Winters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3998020"/>
                  </a:ext>
                </a:extLst>
              </a:tr>
              <a:tr h="313872">
                <a:tc>
                  <a:txBody>
                    <a:bodyPr/>
                    <a:lstStyle/>
                    <a:p>
                      <a:pPr algn="ctr" fontAlgn="b"/>
                      <a:r>
                        <a:rPr lang="en-US" sz="1600" b="0" i="0" u="none" strike="noStrike">
                          <a:solidFill>
                            <a:srgbClr val="000000"/>
                          </a:solidFill>
                          <a:effectLst/>
                          <a:latin typeface="Aptos Narrow"/>
                        </a:rPr>
                        <a:t>Static Pricing</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58.69</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58.16</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61.15</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a:solidFill>
                            <a:srgbClr val="000000"/>
                          </a:solidFill>
                          <a:effectLst/>
                          <a:latin typeface="Aptos Narrow"/>
                        </a:rPr>
                        <a:t>50.21</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55.78</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504878"/>
                  </a:ext>
                </a:extLst>
              </a:tr>
              <a:tr h="313872">
                <a:tc>
                  <a:txBody>
                    <a:bodyPr/>
                    <a:lstStyle/>
                    <a:p>
                      <a:pPr algn="ctr" fontAlgn="b"/>
                      <a:r>
                        <a:rPr lang="en-US" sz="1600" b="0" i="0" u="none" strike="noStrike">
                          <a:solidFill>
                            <a:srgbClr val="000000"/>
                          </a:solidFill>
                          <a:effectLst/>
                          <a:latin typeface="Aptos Narrow"/>
                        </a:rPr>
                        <a:t>Dynamic Pricing</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59.58</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67.42</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61.18</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1" i="0" u="none" strike="noStrike">
                          <a:solidFill>
                            <a:srgbClr val="000000"/>
                          </a:solidFill>
                          <a:effectLst/>
                          <a:latin typeface="Aptos Narrow"/>
                        </a:rPr>
                        <a:t>49.98</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85123990"/>
                  </a:ext>
                </a:extLst>
              </a:tr>
              <a:tr h="313872">
                <a:tc>
                  <a:txBody>
                    <a:bodyPr/>
                    <a:lstStyle/>
                    <a:p>
                      <a:pPr algn="ctr" fontAlgn="b"/>
                      <a:endParaRPr lang="en-US" sz="1600" b="0" i="0" u="none" strike="noStrike">
                        <a:solidFill>
                          <a:srgbClr val="000000"/>
                        </a:solidFill>
                        <a:effectLst/>
                        <a:latin typeface="Aptos Narrow"/>
                      </a:endParaRP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extLst>
                  <a:ext uri="{0D108BD9-81ED-4DB2-BD59-A6C34878D82A}">
                    <a16:rowId xmlns:a16="http://schemas.microsoft.com/office/drawing/2014/main" val="313938491"/>
                  </a:ext>
                </a:extLst>
              </a:tr>
              <a:tr h="313872">
                <a:tc>
                  <a:txBody>
                    <a:bodyPr/>
                    <a:lstStyle/>
                    <a:p>
                      <a:pPr algn="ctr" fontAlgn="b"/>
                      <a:r>
                        <a:rPr lang="en-US" sz="1600" b="1" i="0" u="none" strike="noStrike">
                          <a:solidFill>
                            <a:srgbClr val="000000"/>
                          </a:solidFill>
                          <a:effectLst/>
                          <a:latin typeface="Aptos Narrow"/>
                        </a:rPr>
                        <a:t>1 YEAR RMSE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5079283"/>
                  </a:ext>
                </a:extLst>
              </a:tr>
              <a:tr h="313872">
                <a:tc>
                  <a:txBody>
                    <a:bodyPr/>
                    <a:lstStyle/>
                    <a:p>
                      <a:pPr algn="ctr" fontAlgn="b"/>
                      <a:r>
                        <a:rPr lang="en-US" sz="1600" b="0" i="0" u="none" strike="noStrike">
                          <a:solidFill>
                            <a:srgbClr val="000000"/>
                          </a:solidFill>
                          <a:effectLst/>
                          <a:latin typeface="Aptos Narrow"/>
                        </a:rPr>
                        <a:t>Model Type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OLS (Fitted)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Research Model</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Random-Forest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SARIMAX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Holt-Winters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83807"/>
                  </a:ext>
                </a:extLst>
              </a:tr>
              <a:tr h="313872">
                <a:tc>
                  <a:txBody>
                    <a:bodyPr/>
                    <a:lstStyle/>
                    <a:p>
                      <a:pPr algn="ctr" fontAlgn="b"/>
                      <a:r>
                        <a:rPr lang="en-US" sz="1600" b="0" i="0" u="none" strike="noStrike">
                          <a:solidFill>
                            <a:srgbClr val="000000"/>
                          </a:solidFill>
                          <a:effectLst/>
                          <a:latin typeface="Aptos Narrow"/>
                        </a:rPr>
                        <a:t>Static Pricing</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75.62</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a:solidFill>
                            <a:srgbClr val="000000"/>
                          </a:solidFill>
                          <a:effectLst/>
                          <a:latin typeface="Aptos Narrow"/>
                        </a:rPr>
                        <a:t>58.30</a:t>
                      </a:r>
                      <a:endParaRPr lang="en-US" sz="1600" b="1" i="0" u="none" strike="noStrike">
                        <a:solidFill>
                          <a:srgbClr val="000000"/>
                        </a:solidFill>
                        <a:effectLst/>
                        <a:latin typeface="Aptos Narrow" panose="020B0004020202020204" pitchFamily="34" charset="0"/>
                      </a:endParaRP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19.08*</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Too slow to compute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103.58</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5746528"/>
                  </a:ext>
                </a:extLst>
              </a:tr>
              <a:tr h="313872">
                <a:tc>
                  <a:txBody>
                    <a:bodyPr/>
                    <a:lstStyle/>
                    <a:p>
                      <a:pPr algn="ctr" fontAlgn="b"/>
                      <a:r>
                        <a:rPr lang="en-US" sz="1600" b="0" i="0" u="none" strike="noStrike">
                          <a:solidFill>
                            <a:srgbClr val="000000"/>
                          </a:solidFill>
                          <a:effectLst/>
                          <a:latin typeface="Aptos Narrow"/>
                        </a:rPr>
                        <a:t>Dynamic Pricing</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1" i="0" u="none" strike="noStrike">
                          <a:solidFill>
                            <a:srgbClr val="000000"/>
                          </a:solidFill>
                          <a:effectLst/>
                          <a:latin typeface="Aptos Narrow"/>
                        </a:rPr>
                        <a:t>66.75</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67.64</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18.99*</a:t>
                      </a:r>
                      <a:endParaRPr lang="en-US"/>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Too slow to compute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600" b="0" i="0" u="none" strike="noStrike">
                          <a:solidFill>
                            <a:srgbClr val="000000"/>
                          </a:solidFill>
                          <a:effectLst/>
                          <a:latin typeface="Aptos Narrow"/>
                        </a:rPr>
                        <a:t>—</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012824405"/>
                  </a:ext>
                </a:extLst>
              </a:tr>
              <a:tr h="313872">
                <a:tc>
                  <a:txBody>
                    <a:bodyPr/>
                    <a:lstStyle/>
                    <a:p>
                      <a:pPr algn="ctr" fontAlgn="b"/>
                      <a:endParaRPr lang="en-US" sz="1600" b="0" i="0" u="none" strike="noStrike">
                        <a:solidFill>
                          <a:srgbClr val="000000"/>
                        </a:solidFill>
                        <a:effectLst/>
                        <a:latin typeface="Aptos Narrow"/>
                      </a:endParaRP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w="6350" cap="flat" cmpd="sng" algn="ctr">
                      <a:solidFill>
                        <a:srgbClr val="000000"/>
                      </a:solidFill>
                      <a:prstDash val="solid"/>
                      <a:round/>
                      <a:headEnd type="none" w="med" len="med"/>
                      <a:tailEnd type="none" w="med" len="med"/>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a:noFill/>
                    </a:lnB>
                    <a:solidFill>
                      <a:srgbClr val="000000"/>
                    </a:solid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w="6350" cap="flat" cmpd="sng" algn="ctr">
                      <a:solidFill>
                        <a:srgbClr val="000000"/>
                      </a:solidFill>
                      <a:prstDash val="solid"/>
                      <a:round/>
                      <a:headEnd type="none" w="med" len="med"/>
                      <a:tailEnd type="none" w="med" len="med"/>
                    </a:lnR>
                    <a:lnT>
                      <a:noFill/>
                    </a:lnT>
                    <a:lnB>
                      <a:noFill/>
                    </a:lnB>
                    <a:solidFill>
                      <a:srgbClr val="000000"/>
                    </a:solidFill>
                  </a:tcPr>
                </a:tc>
                <a:extLst>
                  <a:ext uri="{0D108BD9-81ED-4DB2-BD59-A6C34878D82A}">
                    <a16:rowId xmlns:a16="http://schemas.microsoft.com/office/drawing/2014/main" val="2774110043"/>
                  </a:ext>
                </a:extLst>
              </a:tr>
              <a:tr h="313872">
                <a:tc>
                  <a:txBody>
                    <a:bodyPr/>
                    <a:lstStyle/>
                    <a:p>
                      <a:pPr algn="ctr" fontAlgn="b"/>
                      <a:r>
                        <a:rPr lang="en-US" sz="1600" b="1" i="0" u="none" strike="noStrike">
                          <a:solidFill>
                            <a:srgbClr val="000000"/>
                          </a:solidFill>
                          <a:effectLst/>
                          <a:latin typeface="Aptos Narrow"/>
                        </a:rPr>
                        <a:t>10 YEAR RMSE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endParaRPr lang="en-US" sz="1600" b="0" i="0" u="none" strike="noStrike">
                        <a:solidFill>
                          <a:srgbClr val="000000"/>
                        </a:solidFill>
                        <a:effectLst/>
                        <a:latin typeface="Aptos Narrow"/>
                      </a:endParaRPr>
                    </a:p>
                  </a:txBody>
                  <a:tcPr marL="13987" marR="13987" marT="1398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2615947"/>
                  </a:ext>
                </a:extLst>
              </a:tr>
              <a:tr h="313872">
                <a:tc>
                  <a:txBody>
                    <a:bodyPr/>
                    <a:lstStyle/>
                    <a:p>
                      <a:pPr algn="ctr" fontAlgn="b"/>
                      <a:r>
                        <a:rPr lang="en-US" sz="1600" b="0" i="0" u="none" strike="noStrike">
                          <a:solidFill>
                            <a:srgbClr val="000000"/>
                          </a:solidFill>
                          <a:effectLst/>
                          <a:latin typeface="Aptos Narrow"/>
                        </a:rPr>
                        <a:t>Model Type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OLS (Fitted)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Research Model</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Random-Forest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SARIMAX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Holt-Winters </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67363636"/>
                  </a:ext>
                </a:extLst>
              </a:tr>
              <a:tr h="313872">
                <a:tc>
                  <a:txBody>
                    <a:bodyPr/>
                    <a:lstStyle/>
                    <a:p>
                      <a:pPr algn="ctr" fontAlgn="b"/>
                      <a:r>
                        <a:rPr lang="en-US" sz="1600" b="0" i="0" u="none" strike="noStrike">
                          <a:solidFill>
                            <a:srgbClr val="000000"/>
                          </a:solidFill>
                          <a:effectLst/>
                          <a:latin typeface="Aptos Narrow"/>
                        </a:rPr>
                        <a:t>Static Pricing</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70.10</a:t>
                      </a:r>
                      <a:endParaRPr lang="en-US" sz="1600" b="0" i="0" u="none" strike="noStrike">
                        <a:solidFill>
                          <a:srgbClr val="000000"/>
                        </a:solidFill>
                        <a:effectLst/>
                        <a:latin typeface="Aptos Narrow" panose="020B0004020202020204" pitchFamily="34" charset="0"/>
                      </a:endParaRP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a:solidFill>
                            <a:srgbClr val="000000"/>
                          </a:solidFill>
                          <a:effectLst/>
                          <a:latin typeface="Aptos Narrow"/>
                        </a:rPr>
                        <a:t>58.52</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29.07*</a:t>
                      </a:r>
                      <a:endParaRPr lang="en-US" sz="1600" b="0" i="0" u="none" strike="noStrike">
                        <a:solidFill>
                          <a:srgbClr val="000000"/>
                        </a:solidFill>
                        <a:effectLst/>
                        <a:latin typeface="Aptos Narrow" panose="020B0004020202020204" pitchFamily="34" charset="0"/>
                      </a:endParaRP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Too slow to compute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383.10</a:t>
                      </a:r>
                      <a:endParaRPr lang="en-US" sz="1600" b="0" i="0" u="none" strike="noStrike">
                        <a:solidFill>
                          <a:srgbClr val="000000"/>
                        </a:solidFill>
                        <a:effectLst/>
                        <a:latin typeface="Aptos Narrow" panose="020B0004020202020204" pitchFamily="34" charset="0"/>
                      </a:endParaRP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576911"/>
                  </a:ext>
                </a:extLst>
              </a:tr>
              <a:tr h="313872">
                <a:tc>
                  <a:txBody>
                    <a:bodyPr/>
                    <a:lstStyle/>
                    <a:p>
                      <a:pPr algn="ctr" fontAlgn="b"/>
                      <a:r>
                        <a:rPr lang="en-US" sz="1600" b="0" i="0" u="none" strike="noStrike">
                          <a:solidFill>
                            <a:srgbClr val="000000"/>
                          </a:solidFill>
                          <a:effectLst/>
                          <a:latin typeface="Aptos Narrow"/>
                        </a:rPr>
                        <a:t>Dynamic Pricing</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1" i="0" u="none" strike="noStrike">
                          <a:solidFill>
                            <a:srgbClr val="000000"/>
                          </a:solidFill>
                          <a:effectLst/>
                          <a:latin typeface="Aptos Narrow"/>
                        </a:rPr>
                        <a:t>61.39</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68.56</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29.07*</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Too slow to compute</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600" b="0" i="0" u="none" strike="noStrike">
                          <a:solidFill>
                            <a:srgbClr val="000000"/>
                          </a:solidFill>
                          <a:effectLst/>
                          <a:latin typeface="Aptos Narrow"/>
                        </a:rPr>
                        <a:t>—</a:t>
                      </a:r>
                    </a:p>
                  </a:txBody>
                  <a:tcPr marL="13987" marR="13987" marT="1398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1647190"/>
                  </a:ext>
                </a:extLst>
              </a:tr>
            </a:tbl>
          </a:graphicData>
        </a:graphic>
      </p:graphicFrame>
      <p:sp>
        <p:nvSpPr>
          <p:cNvPr id="12" name="TextBox 11">
            <a:extLst>
              <a:ext uri="{FF2B5EF4-FFF2-40B4-BE49-F238E27FC236}">
                <a16:creationId xmlns:a16="http://schemas.microsoft.com/office/drawing/2014/main" id="{96B5BD1F-5CCE-73B6-E1E8-B3084F30656D}"/>
              </a:ext>
            </a:extLst>
          </p:cNvPr>
          <p:cNvSpPr txBox="1"/>
          <p:nvPr/>
        </p:nvSpPr>
        <p:spPr>
          <a:xfrm>
            <a:off x="1165954" y="6226197"/>
            <a:ext cx="105990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Overfitting or Data Leakage present – couldn't investigate further due to timeline constraints</a:t>
            </a:r>
          </a:p>
        </p:txBody>
      </p:sp>
    </p:spTree>
    <p:extLst>
      <p:ext uri="{BB962C8B-B14F-4D97-AF65-F5344CB8AC3E}">
        <p14:creationId xmlns:p14="http://schemas.microsoft.com/office/powerpoint/2010/main" val="934124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8089E0-226F-C481-DE80-8654DE083DD1}"/>
              </a:ext>
            </a:extLst>
          </p:cNvPr>
          <p:cNvSpPr>
            <a:spLocks noGrp="1"/>
          </p:cNvSpPr>
          <p:nvPr>
            <p:ph type="title"/>
          </p:nvPr>
        </p:nvSpPr>
        <p:spPr>
          <a:xfrm>
            <a:off x="761800" y="566855"/>
            <a:ext cx="5334197" cy="1708242"/>
          </a:xfrm>
        </p:spPr>
        <p:txBody>
          <a:bodyPr vert="horz" lIns="91440" tIns="45720" rIns="91440" bIns="45720" rtlCol="0" anchor="ctr">
            <a:normAutofit/>
          </a:bodyPr>
          <a:lstStyle/>
          <a:p>
            <a:r>
              <a:rPr lang="en-US" sz="4000"/>
              <a:t>Summary</a:t>
            </a:r>
          </a:p>
        </p:txBody>
      </p:sp>
      <p:sp>
        <p:nvSpPr>
          <p:cNvPr id="3" name="TextBox 2">
            <a:extLst>
              <a:ext uri="{FF2B5EF4-FFF2-40B4-BE49-F238E27FC236}">
                <a16:creationId xmlns:a16="http://schemas.microsoft.com/office/drawing/2014/main" id="{CA916344-EBC9-E213-605D-2E9CA811BB7F}"/>
              </a:ext>
            </a:extLst>
          </p:cNvPr>
          <p:cNvSpPr txBox="1"/>
          <p:nvPr/>
        </p:nvSpPr>
        <p:spPr>
          <a:xfrm>
            <a:off x="761800" y="1940561"/>
            <a:ext cx="5334197" cy="3769835"/>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fontScale="85000" lnSpcReduction="20000"/>
          </a:bodyPr>
          <a:lstStyle/>
          <a:p>
            <a:pPr marL="228600" indent="-228600">
              <a:lnSpc>
                <a:spcPct val="90000"/>
              </a:lnSpc>
              <a:spcAft>
                <a:spcPts val="600"/>
              </a:spcAft>
              <a:buFont typeface="Arial" panose="020B0604020202020204" pitchFamily="34" charset="0"/>
              <a:buChar char="•"/>
            </a:pPr>
            <a:r>
              <a:rPr lang="en-US" sz="1600" u="sng"/>
              <a:t>Sensitivity Analysis</a:t>
            </a:r>
            <a:r>
              <a:rPr lang="en-US" sz="1600"/>
              <a:t>: HDD/CDD and Income/Population strongly impact load demand.</a:t>
            </a:r>
          </a:p>
          <a:p>
            <a:pPr marL="228600" indent="-228600">
              <a:lnSpc>
                <a:spcPct val="90000"/>
              </a:lnSpc>
              <a:spcAft>
                <a:spcPts val="600"/>
              </a:spcAft>
              <a:buFont typeface="Arial" panose="020B0604020202020204" pitchFamily="34" charset="0"/>
              <a:buChar char="•"/>
            </a:pPr>
            <a:endParaRPr lang="en-US" sz="1600"/>
          </a:p>
          <a:p>
            <a:pPr marL="228600" indent="-228600">
              <a:lnSpc>
                <a:spcPct val="90000"/>
              </a:lnSpc>
              <a:spcAft>
                <a:spcPts val="600"/>
              </a:spcAft>
              <a:buFont typeface="Arial" panose="020B0604020202020204" pitchFamily="34" charset="0"/>
              <a:buChar char="•"/>
            </a:pPr>
            <a:r>
              <a:rPr lang="en-US" sz="1600" u="sng"/>
              <a:t>Elasticity Results</a:t>
            </a:r>
            <a:r>
              <a:rPr lang="en-US" sz="1600"/>
              <a:t>: Lakeland-specific elasticities are crucial for understanding customer behavior and how to properly forecast load usage.</a:t>
            </a:r>
          </a:p>
          <a:p>
            <a:pPr marL="228600" indent="-228600">
              <a:lnSpc>
                <a:spcPct val="90000"/>
              </a:lnSpc>
              <a:spcAft>
                <a:spcPts val="600"/>
              </a:spcAft>
              <a:buFont typeface="Arial" panose="020B0604020202020204" pitchFamily="34" charset="0"/>
              <a:buChar char="•"/>
            </a:pPr>
            <a:endParaRPr lang="en-US" sz="1600"/>
          </a:p>
          <a:p>
            <a:pPr marL="228600" indent="-228600">
              <a:lnSpc>
                <a:spcPct val="90000"/>
              </a:lnSpc>
              <a:spcAft>
                <a:spcPts val="600"/>
              </a:spcAft>
              <a:buFont typeface="Arial" panose="020B0604020202020204" pitchFamily="34" charset="0"/>
              <a:buChar char="•"/>
            </a:pPr>
            <a:r>
              <a:rPr lang="en-US" sz="1600" u="sng"/>
              <a:t>Price Sensitivity</a:t>
            </a:r>
            <a:r>
              <a:rPr lang="en-US" sz="1600"/>
              <a:t>: No impact on load demand with static pricing, but extremely high impact with dynamic pricing</a:t>
            </a:r>
          </a:p>
          <a:p>
            <a:pPr marL="228600" indent="-228600">
              <a:lnSpc>
                <a:spcPct val="90000"/>
              </a:lnSpc>
              <a:spcAft>
                <a:spcPts val="600"/>
              </a:spcAft>
              <a:buFont typeface="Arial" panose="020B0604020202020204" pitchFamily="34" charset="0"/>
              <a:buChar char="•"/>
            </a:pPr>
            <a:endParaRPr lang="en-US" sz="1600"/>
          </a:p>
          <a:p>
            <a:pPr marL="228600" indent="-228600">
              <a:lnSpc>
                <a:spcPct val="90000"/>
              </a:lnSpc>
              <a:spcAft>
                <a:spcPts val="600"/>
              </a:spcAft>
              <a:buFont typeface="Arial" panose="020B0604020202020204" pitchFamily="34" charset="0"/>
              <a:buChar char="•"/>
            </a:pPr>
            <a:r>
              <a:rPr lang="en-US" sz="1600" u="sng"/>
              <a:t>Model Recommendation</a:t>
            </a:r>
            <a:r>
              <a:rPr lang="en-US" sz="1600"/>
              <a:t>: </a:t>
            </a:r>
          </a:p>
          <a:p>
            <a:pPr marL="685800" lvl="1" indent="-228600">
              <a:lnSpc>
                <a:spcPct val="90000"/>
              </a:lnSpc>
              <a:spcAft>
                <a:spcPts val="600"/>
              </a:spcAft>
              <a:buFont typeface="Courier New" panose="020B0604020202020204" pitchFamily="34" charset="0"/>
              <a:buChar char="o"/>
            </a:pPr>
            <a:r>
              <a:rPr lang="en-US" sz="1600"/>
              <a:t>OLS model fit to Lakeland data when dynamic pricing is used </a:t>
            </a:r>
            <a:endParaRPr lang="en-US"/>
          </a:p>
          <a:p>
            <a:pPr marL="685800" lvl="1" indent="-228600">
              <a:lnSpc>
                <a:spcPct val="90000"/>
              </a:lnSpc>
              <a:spcAft>
                <a:spcPts val="600"/>
              </a:spcAft>
              <a:buFont typeface="Courier New" panose="020B0604020202020204" pitchFamily="34" charset="0"/>
              <a:buChar char="o"/>
            </a:pPr>
            <a:r>
              <a:rPr lang="en-US" sz="1600"/>
              <a:t>Research Model is static pricing present</a:t>
            </a:r>
            <a:endParaRPr lang="en-US"/>
          </a:p>
          <a:p>
            <a:pPr marL="685800" lvl="1" indent="-228600">
              <a:lnSpc>
                <a:spcPct val="90000"/>
              </a:lnSpc>
              <a:spcAft>
                <a:spcPts val="600"/>
              </a:spcAft>
              <a:buFont typeface="Courier New" panose="020B0604020202020204" pitchFamily="34" charset="0"/>
              <a:buChar char="o"/>
            </a:pPr>
            <a:r>
              <a:rPr lang="en-US" sz="1600"/>
              <a:t>Both are more interpretable and effective than SARIMAX without substantial computational power.</a:t>
            </a:r>
          </a:p>
          <a:p>
            <a:pPr marL="685800" lvl="1" indent="-228600">
              <a:lnSpc>
                <a:spcPct val="90000"/>
              </a:lnSpc>
              <a:spcAft>
                <a:spcPts val="600"/>
              </a:spcAft>
              <a:buFont typeface="Courier New" panose="020B0604020202020204" pitchFamily="34" charset="0"/>
              <a:buChar char="o"/>
            </a:pPr>
            <a:r>
              <a:rPr lang="en-US" sz="1600"/>
              <a:t>Random-Forest clear overfitting/data-leakage, would need to investigate this further before judging its performance properly</a:t>
            </a:r>
          </a:p>
          <a:p>
            <a:pPr marL="228600" indent="-228600">
              <a:lnSpc>
                <a:spcPct val="90000"/>
              </a:lnSpc>
              <a:spcAft>
                <a:spcPts val="600"/>
              </a:spcAft>
              <a:buFont typeface="Arial" panose="020B0604020202020204" pitchFamily="34" charset="0"/>
              <a:buChar char="•"/>
            </a:pPr>
            <a:endParaRPr lang="en-US" sz="1600"/>
          </a:p>
        </p:txBody>
      </p:sp>
      <p:pic>
        <p:nvPicPr>
          <p:cNvPr id="11" name="Picture 10">
            <a:extLst>
              <a:ext uri="{FF2B5EF4-FFF2-40B4-BE49-F238E27FC236}">
                <a16:creationId xmlns:a16="http://schemas.microsoft.com/office/drawing/2014/main" id="{A77D3B93-373A-5054-0B90-681071DC1606}"/>
              </a:ext>
            </a:extLst>
          </p:cNvPr>
          <p:cNvPicPr>
            <a:picLocks noChangeAspect="1"/>
          </p:cNvPicPr>
          <p:nvPr/>
        </p:nvPicPr>
        <p:blipFill>
          <a:blip r:embed="rId3"/>
          <a:srcRect l="17638" r="41409" b="6249"/>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423233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4" name="Rectangle 2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3D45EC-6FC6-666B-1810-6B708B2B11F0}"/>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4000"/>
              <a:t>Future Work</a:t>
            </a:r>
          </a:p>
        </p:txBody>
      </p:sp>
      <p:sp>
        <p:nvSpPr>
          <p:cNvPr id="5" name="TextBox 4">
            <a:extLst>
              <a:ext uri="{FF2B5EF4-FFF2-40B4-BE49-F238E27FC236}">
                <a16:creationId xmlns:a16="http://schemas.microsoft.com/office/drawing/2014/main" id="{9D05E413-B8A7-6D8F-AD07-36E4FEFAF7A6}"/>
              </a:ext>
            </a:extLst>
          </p:cNvPr>
          <p:cNvSpPr txBox="1"/>
          <p:nvPr/>
        </p:nvSpPr>
        <p:spPr>
          <a:xfrm>
            <a:off x="761802" y="2743200"/>
            <a:ext cx="4646905" cy="361314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a:t>Build on the optimal models we identified to forecast into the future.</a:t>
            </a:r>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r>
              <a:rPr lang="en-US" sz="1700">
                <a:ea typeface="+mn-lt"/>
                <a:cs typeface="+mn-lt"/>
              </a:rPr>
              <a:t>Replace HDD/CDD with hourly temperature curves to better reflect load sensitivity</a:t>
            </a:r>
          </a:p>
          <a:p>
            <a:pPr indent="-228600">
              <a:lnSpc>
                <a:spcPct val="90000"/>
              </a:lnSpc>
              <a:spcAft>
                <a:spcPts val="600"/>
              </a:spcAft>
              <a:buFont typeface="Arial" panose="020B0604020202020204" pitchFamily="34" charset="0"/>
              <a:buChar char="•"/>
            </a:pPr>
            <a:endParaRPr lang="en-US" sz="1700"/>
          </a:p>
          <a:p>
            <a:pPr indent="-228600">
              <a:lnSpc>
                <a:spcPct val="90000"/>
              </a:lnSpc>
              <a:spcAft>
                <a:spcPts val="600"/>
              </a:spcAft>
              <a:buFont typeface="Arial" panose="020B0604020202020204" pitchFamily="34" charset="0"/>
              <a:buChar char="•"/>
            </a:pPr>
            <a:r>
              <a:rPr lang="en-US" sz="1700">
                <a:ea typeface="+mn-lt"/>
                <a:cs typeface="+mn-lt"/>
              </a:rPr>
              <a:t>Expand the model beyond the current residential subset to include the entire customer base</a:t>
            </a:r>
          </a:p>
          <a:p>
            <a:pPr marL="342900" indent="-228600">
              <a:lnSpc>
                <a:spcPct val="90000"/>
              </a:lnSpc>
              <a:spcAft>
                <a:spcPts val="600"/>
              </a:spcAft>
              <a:buFont typeface="Arial" panose="020B0604020202020204" pitchFamily="34" charset="0"/>
              <a:buChar char="•"/>
            </a:pPr>
            <a:endParaRPr lang="en-US" sz="1700"/>
          </a:p>
        </p:txBody>
      </p:sp>
      <p:pic>
        <p:nvPicPr>
          <p:cNvPr id="20" name="Picture 19">
            <a:extLst>
              <a:ext uri="{FF2B5EF4-FFF2-40B4-BE49-F238E27FC236}">
                <a16:creationId xmlns:a16="http://schemas.microsoft.com/office/drawing/2014/main" id="{80E5743A-F346-BF6D-83FC-1BE3248421FC}"/>
              </a:ext>
            </a:extLst>
          </p:cNvPr>
          <p:cNvPicPr>
            <a:picLocks noChangeAspect="1"/>
          </p:cNvPicPr>
          <p:nvPr/>
        </p:nvPicPr>
        <p:blipFill>
          <a:blip r:embed="rId3"/>
          <a:srcRect l="13640" r="39433" b="6250"/>
          <a:stretch/>
        </p:blipFill>
        <p:spPr>
          <a:xfrm>
            <a:off x="6096000" y="1"/>
            <a:ext cx="6102825" cy="6858000"/>
          </a:xfrm>
          <a:prstGeom prst="rect">
            <a:avLst/>
          </a:prstGeom>
        </p:spPr>
      </p:pic>
    </p:spTree>
    <p:extLst>
      <p:ext uri="{BB962C8B-B14F-4D97-AF65-F5344CB8AC3E}">
        <p14:creationId xmlns:p14="http://schemas.microsoft.com/office/powerpoint/2010/main" val="825856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6C26B0-AA62-6EC0-670E-D2386D305407}"/>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669BC1B-2BCD-095F-8293-CD62B0A693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81E0CF5-DAFC-A125-9002-D6ABD4BA4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B7C321D-74E9-6063-077E-A79BE08A7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1EB2B36-02EA-25C4-0933-7E7219865D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AFCD5-4C40-352F-B9E1-35E979882988}"/>
              </a:ext>
            </a:extLst>
          </p:cNvPr>
          <p:cNvSpPr>
            <a:spLocks noGrp="1"/>
          </p:cNvSpPr>
          <p:nvPr>
            <p:ph type="title"/>
          </p:nvPr>
        </p:nvSpPr>
        <p:spPr>
          <a:xfrm>
            <a:off x="4949" y="248038"/>
            <a:ext cx="12173602" cy="1159200"/>
          </a:xfrm>
        </p:spPr>
        <p:txBody>
          <a:bodyPr vert="horz" lIns="91440" tIns="45720" rIns="91440" bIns="45720" rtlCol="0" anchor="ctr">
            <a:normAutofit/>
          </a:bodyPr>
          <a:lstStyle/>
          <a:p>
            <a:pPr algn="ctr"/>
            <a:r>
              <a:rPr lang="en-US" sz="4000" kern="1200">
                <a:solidFill>
                  <a:srgbClr val="FFFFFF"/>
                </a:solidFill>
                <a:latin typeface="+mj-lt"/>
                <a:ea typeface="+mj-ea"/>
                <a:cs typeface="+mj-cs"/>
              </a:rPr>
              <a:t>Temperature Analysis</a:t>
            </a:r>
            <a:endParaRPr lang="en-US">
              <a:ea typeface="+mj-ea"/>
              <a:cs typeface="+mj-cs"/>
            </a:endParaRPr>
          </a:p>
        </p:txBody>
      </p:sp>
      <p:pic>
        <p:nvPicPr>
          <p:cNvPr id="3" name="Picture 2" descr="A screenshot of a graph&#10;&#10;AI-generated content may be incorrect.">
            <a:extLst>
              <a:ext uri="{FF2B5EF4-FFF2-40B4-BE49-F238E27FC236}">
                <a16:creationId xmlns:a16="http://schemas.microsoft.com/office/drawing/2014/main" id="{CC809853-55F8-7AB8-2CE7-245873B5D5FF}"/>
              </a:ext>
            </a:extLst>
          </p:cNvPr>
          <p:cNvPicPr>
            <a:picLocks noChangeAspect="1"/>
          </p:cNvPicPr>
          <p:nvPr/>
        </p:nvPicPr>
        <p:blipFill>
          <a:blip r:embed="rId3"/>
          <a:stretch>
            <a:fillRect/>
          </a:stretch>
        </p:blipFill>
        <p:spPr>
          <a:xfrm>
            <a:off x="452284" y="2220129"/>
            <a:ext cx="3733059" cy="42683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9FAB5CAE-65D0-3E21-05EF-A3CF2B11C473}"/>
              </a:ext>
            </a:extLst>
          </p:cNvPr>
          <p:cNvPicPr>
            <a:picLocks noChangeAspect="1"/>
          </p:cNvPicPr>
          <p:nvPr/>
        </p:nvPicPr>
        <p:blipFill>
          <a:blip r:embed="rId4"/>
          <a:stretch>
            <a:fillRect/>
          </a:stretch>
        </p:blipFill>
        <p:spPr>
          <a:xfrm>
            <a:off x="4515429" y="2236672"/>
            <a:ext cx="3161142" cy="21176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descr="A graph of a graph with blue dots&#10;&#10;AI-generated content may be incorrect.">
            <a:extLst>
              <a:ext uri="{FF2B5EF4-FFF2-40B4-BE49-F238E27FC236}">
                <a16:creationId xmlns:a16="http://schemas.microsoft.com/office/drawing/2014/main" id="{2923A5AF-677D-2383-F52B-FADF4B375984}"/>
              </a:ext>
            </a:extLst>
          </p:cNvPr>
          <p:cNvPicPr>
            <a:picLocks noChangeAspect="1"/>
          </p:cNvPicPr>
          <p:nvPr/>
        </p:nvPicPr>
        <p:blipFill>
          <a:blip r:embed="rId5"/>
          <a:stretch>
            <a:fillRect/>
          </a:stretch>
        </p:blipFill>
        <p:spPr>
          <a:xfrm>
            <a:off x="4515429" y="4641086"/>
            <a:ext cx="3161143" cy="18474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10" name="Table 9">
            <a:extLst>
              <a:ext uri="{FF2B5EF4-FFF2-40B4-BE49-F238E27FC236}">
                <a16:creationId xmlns:a16="http://schemas.microsoft.com/office/drawing/2014/main" id="{8F41785F-2BA2-5E8D-7443-107B67DD9D27}"/>
              </a:ext>
            </a:extLst>
          </p:cNvPr>
          <p:cNvGraphicFramePr>
            <a:graphicFrameLocks noGrp="1"/>
          </p:cNvGraphicFramePr>
          <p:nvPr>
            <p:extLst>
              <p:ext uri="{D42A27DB-BD31-4B8C-83A1-F6EECF244321}">
                <p14:modId xmlns:p14="http://schemas.microsoft.com/office/powerpoint/2010/main" val="3705280976"/>
              </p:ext>
            </p:extLst>
          </p:nvPr>
        </p:nvGraphicFramePr>
        <p:xfrm>
          <a:off x="8128856" y="2063751"/>
          <a:ext cx="3610860" cy="4596765"/>
        </p:xfrm>
        <a:graphic>
          <a:graphicData uri="http://schemas.openxmlformats.org/drawingml/2006/table">
            <a:tbl>
              <a:tblPr bandRow="1">
                <a:tableStyleId>{5C22544A-7EE6-4342-B048-85BDC9FD1C3A}</a:tableStyleId>
              </a:tblPr>
              <a:tblGrid>
                <a:gridCol w="967860">
                  <a:extLst>
                    <a:ext uri="{9D8B030D-6E8A-4147-A177-3AD203B41FA5}">
                      <a16:colId xmlns:a16="http://schemas.microsoft.com/office/drawing/2014/main" val="2834255917"/>
                    </a:ext>
                  </a:extLst>
                </a:gridCol>
                <a:gridCol w="1554159">
                  <a:extLst>
                    <a:ext uri="{9D8B030D-6E8A-4147-A177-3AD203B41FA5}">
                      <a16:colId xmlns:a16="http://schemas.microsoft.com/office/drawing/2014/main" val="999842908"/>
                    </a:ext>
                  </a:extLst>
                </a:gridCol>
                <a:gridCol w="1088841">
                  <a:extLst>
                    <a:ext uri="{9D8B030D-6E8A-4147-A177-3AD203B41FA5}">
                      <a16:colId xmlns:a16="http://schemas.microsoft.com/office/drawing/2014/main" val="2743050506"/>
                    </a:ext>
                  </a:extLst>
                </a:gridCol>
              </a:tblGrid>
              <a:tr h="331903">
                <a:tc>
                  <a:txBody>
                    <a:bodyPr/>
                    <a:lstStyle/>
                    <a:p>
                      <a:pPr algn="ctr" fontAlgn="b"/>
                      <a:r>
                        <a:rPr lang="en-US" sz="1100" b="1" i="0" u="none" strike="noStrike">
                          <a:solidFill>
                            <a:srgbClr val="000000"/>
                          </a:solidFill>
                          <a:effectLst/>
                          <a:latin typeface="Aptos Narrow"/>
                        </a:rPr>
                        <a:t>Hour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a:rPr>
                        <a:t>Polynomial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ptos Narrow"/>
                        </a:rPr>
                        <a:t>Minimum Temp (°F)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2224344"/>
                  </a:ext>
                </a:extLst>
              </a:tr>
              <a:tr h="170536">
                <a:tc>
                  <a:txBody>
                    <a:bodyPr/>
                    <a:lstStyle/>
                    <a:p>
                      <a:pPr algn="ctr" fontAlgn="b"/>
                      <a:r>
                        <a:rPr lang="en-US" sz="1100" b="0" i="0" u="none" strike="noStrike">
                          <a:solidFill>
                            <a:srgbClr val="000000"/>
                          </a:solidFill>
                          <a:effectLst/>
                          <a:latin typeface="Aptos Narrow"/>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a:rPr>
                        <a:t>0.3682x² - 43.96x + 1540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a:rPr>
                        <a:t>59.92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285746238"/>
                  </a:ext>
                </a:extLst>
              </a:tr>
              <a:tr h="170536">
                <a:tc>
                  <a:txBody>
                    <a:bodyPr/>
                    <a:lstStyle/>
                    <a:p>
                      <a:pPr algn="ctr" fontAlgn="b"/>
                      <a:r>
                        <a:rPr lang="en-US" sz="1100" b="0" i="0" u="none" strike="noStrike">
                          <a:solidFill>
                            <a:srgbClr val="000000"/>
                          </a:solidFill>
                          <a:effectLst/>
                          <a:latin typeface="Aptos Narrow"/>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0.3620x² - 43.63x + 1521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90415460"/>
                  </a:ext>
                </a:extLst>
              </a:tr>
              <a:tr h="170536">
                <a:tc>
                  <a:txBody>
                    <a:bodyPr/>
                    <a:lstStyle/>
                    <a:p>
                      <a:pPr algn="ctr" fontAlgn="b"/>
                      <a:r>
                        <a:rPr lang="en-US" sz="1100" b="0" i="0" u="none" strike="noStrike">
                          <a:solidFill>
                            <a:srgbClr val="000000"/>
                          </a:solidFill>
                          <a:effectLst/>
                          <a:latin typeface="Aptos Narrow"/>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0.3582x² - 43.52x + 1507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6936620"/>
                  </a:ext>
                </a:extLst>
              </a:tr>
              <a:tr h="170536">
                <a:tc>
                  <a:txBody>
                    <a:bodyPr/>
                    <a:lstStyle/>
                    <a:p>
                      <a:pPr algn="ctr" fontAlgn="b"/>
                      <a:r>
                        <a:rPr lang="en-US" sz="1100" b="0" i="0" u="none" strike="noStrike">
                          <a:solidFill>
                            <a:srgbClr val="000000"/>
                          </a:solidFill>
                          <a:effectLst/>
                          <a:latin typeface="Aptos Narrow"/>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0.3553x² - 42.86x + 1497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7457687"/>
                  </a:ext>
                </a:extLst>
              </a:tr>
              <a:tr h="170536">
                <a:tc>
                  <a:txBody>
                    <a:bodyPr/>
                    <a:lstStyle/>
                    <a:p>
                      <a:pPr algn="ctr" fontAlgn="b"/>
                      <a:r>
                        <a:rPr lang="en-US" sz="1100" b="0" i="0" u="none" strike="noStrike">
                          <a:solidFill>
                            <a:srgbClr val="000000"/>
                          </a:solidFill>
                          <a:effectLst/>
                          <a:latin typeface="Aptos Narrow"/>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0.3535x² - 43.04x + 1512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86480786"/>
                  </a:ext>
                </a:extLst>
              </a:tr>
              <a:tr h="170536">
                <a:tc>
                  <a:txBody>
                    <a:bodyPr/>
                    <a:lstStyle/>
                    <a:p>
                      <a:pPr algn="ctr" fontAlgn="b"/>
                      <a:r>
                        <a:rPr lang="en-US" sz="1100" b="0" i="0" u="none" strike="noStrike">
                          <a:solidFill>
                            <a:srgbClr val="000000"/>
                          </a:solidFill>
                          <a:effectLst/>
                          <a:latin typeface="Aptos Narrow"/>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0.3574x² - 43.67x + 1561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61.48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56234971"/>
                  </a:ext>
                </a:extLst>
              </a:tr>
              <a:tr h="170536">
                <a:tc>
                  <a:txBody>
                    <a:bodyPr/>
                    <a:lstStyle/>
                    <a:p>
                      <a:pPr algn="ctr" fontAlgn="b"/>
                      <a:r>
                        <a:rPr lang="en-US" sz="1100" b="0" i="0" u="none" strike="noStrike">
                          <a:solidFill>
                            <a:srgbClr val="000000"/>
                          </a:solidFill>
                          <a:effectLst/>
                          <a:latin typeface="Aptos Narrow"/>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0.3552x² - 43.68x + 1648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62.74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94770505"/>
                  </a:ext>
                </a:extLst>
              </a:tr>
              <a:tr h="170536">
                <a:tc>
                  <a:txBody>
                    <a:bodyPr/>
                    <a:lstStyle/>
                    <a:p>
                      <a:pPr algn="ctr" fontAlgn="b"/>
                      <a:r>
                        <a:rPr lang="en-US" sz="1100" b="0" i="0" u="none" strike="noStrike">
                          <a:solidFill>
                            <a:srgbClr val="000000"/>
                          </a:solidFill>
                          <a:effectLst/>
                          <a:latin typeface="Aptos Narrow"/>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0.3275x² - 42.86x + 1673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65.44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41942227"/>
                  </a:ext>
                </a:extLst>
              </a:tr>
              <a:tr h="170536">
                <a:tc>
                  <a:txBody>
                    <a:bodyPr/>
                    <a:lstStyle/>
                    <a:p>
                      <a:pPr algn="ctr" fontAlgn="b"/>
                      <a:r>
                        <a:rPr lang="en-US" sz="1100" b="0" i="0" u="none" strike="noStrike">
                          <a:solidFill>
                            <a:srgbClr val="000000"/>
                          </a:solidFill>
                          <a:effectLst/>
                          <a:latin typeface="Aptos Narrow"/>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0.2987x² - 40.72x + 1683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67.33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02885478"/>
                  </a:ext>
                </a:extLst>
              </a:tr>
              <a:tr h="170536">
                <a:tc>
                  <a:txBody>
                    <a:bodyPr/>
                    <a:lstStyle/>
                    <a:p>
                      <a:pPr algn="ctr" fontAlgn="b"/>
                      <a:r>
                        <a:rPr lang="en-US" sz="1100" b="0" i="0" u="none" strike="noStrike">
                          <a:solidFill>
                            <a:srgbClr val="000000"/>
                          </a:solidFill>
                          <a:effectLst/>
                          <a:latin typeface="Aptos Narrow"/>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0.3113x² - 42.29x + 1738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67.84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21296126"/>
                  </a:ext>
                </a:extLst>
              </a:tr>
              <a:tr h="170536">
                <a:tc>
                  <a:txBody>
                    <a:bodyPr/>
                    <a:lstStyle/>
                    <a:p>
                      <a:pPr algn="ctr" fontAlgn="b"/>
                      <a:r>
                        <a:rPr lang="en-US" sz="1100" b="0" i="0" u="none" strike="noStrike">
                          <a:solidFill>
                            <a:srgbClr val="000000"/>
                          </a:solidFill>
                          <a:effectLst/>
                          <a:latin typeface="Aptos Narrow"/>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0.3631x² - 45.70x + 1846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67.31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01130794"/>
                  </a:ext>
                </a:extLst>
              </a:tr>
              <a:tr h="170536">
                <a:tc>
                  <a:txBody>
                    <a:bodyPr/>
                    <a:lstStyle/>
                    <a:p>
                      <a:pPr algn="ctr" fontAlgn="b"/>
                      <a:r>
                        <a:rPr lang="en-US" sz="1100" b="0" i="0" u="none" strike="noStrike">
                          <a:solidFill>
                            <a:srgbClr val="000000"/>
                          </a:solidFill>
                          <a:effectLst/>
                          <a:latin typeface="Aptos Narrow"/>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0.3612x² - 48.79x + 1950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66.04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100543137"/>
                  </a:ext>
                </a:extLst>
              </a:tr>
              <a:tr h="170536">
                <a:tc>
                  <a:txBody>
                    <a:bodyPr/>
                    <a:lstStyle/>
                    <a:p>
                      <a:pPr algn="ctr" fontAlgn="b"/>
                      <a:r>
                        <a:rPr lang="en-US" sz="1100" b="0" i="0" u="none" strike="noStrike">
                          <a:solidFill>
                            <a:srgbClr val="000000"/>
                          </a:solidFill>
                          <a:effectLst/>
                          <a:latin typeface="Aptos Narrow"/>
                        </a:rPr>
                        <a:t>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0.3722x² - 49.56x + 1999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66.97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78321603"/>
                  </a:ext>
                </a:extLst>
              </a:tr>
              <a:tr h="170536">
                <a:tc>
                  <a:txBody>
                    <a:bodyPr/>
                    <a:lstStyle/>
                    <a:p>
                      <a:pPr algn="ctr" fontAlgn="b"/>
                      <a:r>
                        <a:rPr lang="en-US" sz="1100" b="0" i="0" u="none" strike="noStrike">
                          <a:solidFill>
                            <a:srgbClr val="000000"/>
                          </a:solidFill>
                          <a:effectLst/>
                          <a:latin typeface="Aptos Narrow"/>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0.3632x² - 47.79x + 1883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66.06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23278261"/>
                  </a:ext>
                </a:extLst>
              </a:tr>
              <a:tr h="170536">
                <a:tc>
                  <a:txBody>
                    <a:bodyPr/>
                    <a:lstStyle/>
                    <a:p>
                      <a:pPr algn="ctr" fontAlgn="b"/>
                      <a:r>
                        <a:rPr lang="en-US" sz="1100" b="0" i="0" u="none" strike="noStrike">
                          <a:solidFill>
                            <a:srgbClr val="000000"/>
                          </a:solidFill>
                          <a:effectLst/>
                          <a:latin typeface="Aptos Narrow"/>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0.3431x² - 44.43x + 1732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61.67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94948040"/>
                  </a:ext>
                </a:extLst>
              </a:tr>
              <a:tr h="170536">
                <a:tc>
                  <a:txBody>
                    <a:bodyPr/>
                    <a:lstStyle/>
                    <a:p>
                      <a:pPr algn="ctr" fontAlgn="b"/>
                      <a:r>
                        <a:rPr lang="en-US" sz="1100" b="0" i="0" u="none" strike="noStrike">
                          <a:solidFill>
                            <a:srgbClr val="000000"/>
                          </a:solidFill>
                          <a:effectLst/>
                          <a:latin typeface="Aptos Narrow"/>
                        </a:rPr>
                        <a:t>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0.3141x² - 39.51x + 1539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62.89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16217155"/>
                  </a:ext>
                </a:extLst>
              </a:tr>
              <a:tr h="170536">
                <a:tc>
                  <a:txBody>
                    <a:bodyPr/>
                    <a:lstStyle/>
                    <a:p>
                      <a:pPr algn="ctr" fontAlgn="b"/>
                      <a:r>
                        <a:rPr lang="en-US" sz="1100" b="0" i="0" u="none" strike="noStrike">
                          <a:solidFill>
                            <a:srgbClr val="000000"/>
                          </a:solidFill>
                          <a:effectLst/>
                          <a:latin typeface="Aptos Narrow"/>
                        </a:rPr>
                        <a:t>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0.2892x² - 35.32x + 1380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61.07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580179900"/>
                  </a:ext>
                </a:extLst>
              </a:tr>
              <a:tr h="170536">
                <a:tc>
                  <a:txBody>
                    <a:bodyPr/>
                    <a:lstStyle/>
                    <a:p>
                      <a:pPr algn="ctr" fontAlgn="b"/>
                      <a:r>
                        <a:rPr lang="en-US" sz="1100" b="0" i="0" u="none" strike="noStrike">
                          <a:solidFill>
                            <a:srgbClr val="000000"/>
                          </a:solidFill>
                          <a:effectLst/>
                          <a:latin typeface="Aptos Narrow"/>
                        </a:rPr>
                        <a:t>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0.2753x² - 33.14x + 1313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20285413"/>
                  </a:ext>
                </a:extLst>
              </a:tr>
              <a:tr h="170536">
                <a:tc>
                  <a:txBody>
                    <a:bodyPr/>
                    <a:lstStyle/>
                    <a:p>
                      <a:pPr algn="ctr" fontAlgn="b"/>
                      <a:r>
                        <a:rPr lang="en-US" sz="1100" b="0" i="0" u="none" strike="noStrike">
                          <a:solidFill>
                            <a:srgbClr val="000000"/>
                          </a:solidFill>
                          <a:effectLst/>
                          <a:latin typeface="Aptos Narrow"/>
                        </a:rPr>
                        <a:t>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0.2834x² - 34.54x + 1391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17367299"/>
                  </a:ext>
                </a:extLst>
              </a:tr>
              <a:tr h="170536">
                <a:tc>
                  <a:txBody>
                    <a:bodyPr/>
                    <a:lstStyle/>
                    <a:p>
                      <a:pPr algn="ctr" fontAlgn="b"/>
                      <a:r>
                        <a:rPr lang="en-US" sz="1100" b="0" i="0" u="none" strike="noStrike">
                          <a:solidFill>
                            <a:srgbClr val="000000"/>
                          </a:solidFill>
                          <a:effectLst/>
                          <a:latin typeface="Aptos Narrow"/>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0.3021x² - 36.74x + 1453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04864603"/>
                  </a:ext>
                </a:extLst>
              </a:tr>
              <a:tr h="170536">
                <a:tc>
                  <a:txBody>
                    <a:bodyPr/>
                    <a:lstStyle/>
                    <a:p>
                      <a:pPr algn="ctr" fontAlgn="b"/>
                      <a:r>
                        <a:rPr lang="en-US" sz="1100" b="0" i="0" u="none" strike="noStrike">
                          <a:solidFill>
                            <a:srgbClr val="000000"/>
                          </a:solidFill>
                          <a:effectLst/>
                          <a:latin typeface="Aptos Narrow"/>
                        </a:rPr>
                        <a:t>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0.3382x² - 42.12x + 1574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60.33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895292800"/>
                  </a:ext>
                </a:extLst>
              </a:tr>
              <a:tr h="170536">
                <a:tc>
                  <a:txBody>
                    <a:bodyPr/>
                    <a:lstStyle/>
                    <a:p>
                      <a:pPr algn="ctr" fontAlgn="b"/>
                      <a:r>
                        <a:rPr lang="en-US" sz="1100" b="0" i="0" u="none" strike="noStrike">
                          <a:solidFill>
                            <a:srgbClr val="000000"/>
                          </a:solidFill>
                          <a:effectLst/>
                          <a:latin typeface="Aptos Narrow"/>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0.3382x² - 45.96x + 1678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59.83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835962079"/>
                  </a:ext>
                </a:extLst>
              </a:tr>
              <a:tr h="170536">
                <a:tc>
                  <a:txBody>
                    <a:bodyPr/>
                    <a:lstStyle/>
                    <a:p>
                      <a:pPr algn="ctr" fontAlgn="b"/>
                      <a:r>
                        <a:rPr lang="en-US" sz="1100" b="0" i="0" u="none" strike="noStrike">
                          <a:solidFill>
                            <a:srgbClr val="000000"/>
                          </a:solidFill>
                          <a:effectLst/>
                          <a:latin typeface="Aptos Narrow"/>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0.3180x² - 45.38x + 1633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r>
                        <a:rPr lang="en-US" sz="1100" b="0" i="0" u="none" strike="noStrike">
                          <a:solidFill>
                            <a:srgbClr val="000000"/>
                          </a:solidFill>
                          <a:effectLst/>
                          <a:latin typeface="Aptos Narrow"/>
                        </a:rPr>
                        <a:t>59.81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85708311"/>
                  </a:ext>
                </a:extLst>
              </a:tr>
              <a:tr h="170536">
                <a:tc>
                  <a:txBody>
                    <a:bodyPr/>
                    <a:lstStyle/>
                    <a:p>
                      <a:pPr algn="ctr" fontAlgn="b"/>
                      <a:r>
                        <a:rPr lang="en-US" sz="1100" b="0" i="0" u="none" strike="noStrike">
                          <a:solidFill>
                            <a:srgbClr val="000000"/>
                          </a:solidFill>
                          <a:effectLst/>
                          <a:latin typeface="Aptos Narrow"/>
                        </a:rPr>
                        <a:t>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a:rPr>
                        <a:t>0.3715x² - 44.39x + 1571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a:rPr>
                        <a:t>59.74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1558385"/>
                  </a:ext>
                </a:extLst>
              </a:tr>
            </a:tbl>
          </a:graphicData>
        </a:graphic>
      </p:graphicFrame>
    </p:spTree>
    <p:extLst>
      <p:ext uri="{BB962C8B-B14F-4D97-AF65-F5344CB8AC3E}">
        <p14:creationId xmlns:p14="http://schemas.microsoft.com/office/powerpoint/2010/main" val="2202006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descr="Question marks in a line and one question mark is lit">
            <a:extLst>
              <a:ext uri="{FF2B5EF4-FFF2-40B4-BE49-F238E27FC236}">
                <a16:creationId xmlns:a16="http://schemas.microsoft.com/office/drawing/2014/main" id="{86ABF04D-4CE4-74F1-2789-D9D220AC6D19}"/>
              </a:ext>
            </a:extLst>
          </p:cNvPr>
          <p:cNvPicPr>
            <a:picLocks noChangeAspect="1"/>
          </p:cNvPicPr>
          <p:nvPr/>
        </p:nvPicPr>
        <p:blipFill>
          <a:blip r:embed="rId2">
            <a:alphaModFix amt="50000"/>
          </a:blip>
          <a:srcRect t="2148" b="13583"/>
          <a:stretch/>
        </p:blipFill>
        <p:spPr>
          <a:xfrm>
            <a:off x="20" y="1"/>
            <a:ext cx="12191980" cy="6857999"/>
          </a:xfrm>
          <a:prstGeom prst="rect">
            <a:avLst/>
          </a:prstGeom>
        </p:spPr>
      </p:pic>
      <p:sp>
        <p:nvSpPr>
          <p:cNvPr id="2" name="Title 1">
            <a:extLst>
              <a:ext uri="{FF2B5EF4-FFF2-40B4-BE49-F238E27FC236}">
                <a16:creationId xmlns:a16="http://schemas.microsoft.com/office/drawing/2014/main" id="{EC817254-AC2D-23E2-8757-F12FEC56C8CA}"/>
              </a:ext>
            </a:extLst>
          </p:cNvPr>
          <p:cNvSpPr>
            <a:spLocks noGrp="1"/>
          </p:cNvSpPr>
          <p:nvPr>
            <p:ph type="title"/>
          </p:nvPr>
        </p:nvSpPr>
        <p:spPr>
          <a:xfrm>
            <a:off x="0" y="1775"/>
            <a:ext cx="12192000" cy="4189792"/>
          </a:xfrm>
        </p:spPr>
        <p:txBody>
          <a:bodyPr vert="horz" lIns="91440" tIns="45720" rIns="91440" bIns="45720" rtlCol="0" anchor="b">
            <a:normAutofit/>
          </a:bodyPr>
          <a:lstStyle/>
          <a:p>
            <a:pPr algn="ctr"/>
            <a:r>
              <a:rPr lang="en-US" sz="9600">
                <a:ln w="22225">
                  <a:solidFill>
                    <a:schemeClr val="tx1"/>
                  </a:solidFill>
                  <a:miter lim="800000"/>
                </a:ln>
                <a:solidFill>
                  <a:srgbClr val="FFFFFF"/>
                </a:solidFill>
              </a:rPr>
              <a:t>Questions?</a:t>
            </a:r>
            <a:endParaRPr lang="en-US" sz="9600">
              <a:solidFill>
                <a:srgbClr val="FFFFFF"/>
              </a:solidFill>
            </a:endParaRPr>
          </a:p>
        </p:txBody>
      </p:sp>
    </p:spTree>
    <p:extLst>
      <p:ext uri="{BB962C8B-B14F-4D97-AF65-F5344CB8AC3E}">
        <p14:creationId xmlns:p14="http://schemas.microsoft.com/office/powerpoint/2010/main" val="3293237254"/>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BFE4BB-D0BD-4745-9758-C601951228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5D7B2B-86E6-9D07-D7D4-D97E57EB7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4D8BA3A-47CB-CDE8-20BF-7A612B0BD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F075287-28A8-2BFA-12B9-2A1A30FBC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ACB8B41-D34E-C4F8-BF51-8B7ADD5C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383EFA-3F9D-3FC2-A5C0-CBF415B0E6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FD6B10-3629-E9A8-35C0-1D5440DB2BFA}"/>
              </a:ext>
            </a:extLst>
          </p:cNvPr>
          <p:cNvSpPr>
            <a:spLocks noGrp="1"/>
          </p:cNvSpPr>
          <p:nvPr>
            <p:ph type="title"/>
          </p:nvPr>
        </p:nvSpPr>
        <p:spPr>
          <a:xfrm>
            <a:off x="1146109" y="278987"/>
            <a:ext cx="9895951" cy="1033669"/>
          </a:xfrm>
        </p:spPr>
        <p:txBody>
          <a:bodyPr>
            <a:normAutofit fontScale="90000"/>
          </a:bodyPr>
          <a:lstStyle/>
          <a:p>
            <a:pPr algn="ctr"/>
            <a:r>
              <a:rPr lang="en-US" sz="4000">
                <a:solidFill>
                  <a:srgbClr val="FFFFFF"/>
                </a:solidFill>
              </a:rPr>
              <a:t>Sensitivity Analysis – Lakeland Specific Elasticities</a:t>
            </a:r>
          </a:p>
        </p:txBody>
      </p:sp>
      <p:pic>
        <p:nvPicPr>
          <p:cNvPr id="9" name="Picture 8" descr="A screenshot of a computer screen&#10;&#10;AI-generated content may be incorrect.">
            <a:extLst>
              <a:ext uri="{FF2B5EF4-FFF2-40B4-BE49-F238E27FC236}">
                <a16:creationId xmlns:a16="http://schemas.microsoft.com/office/drawing/2014/main" id="{9288278B-0AA0-7335-E42F-EEE4D5EF196B}"/>
              </a:ext>
            </a:extLst>
          </p:cNvPr>
          <p:cNvPicPr>
            <a:picLocks noChangeAspect="1"/>
          </p:cNvPicPr>
          <p:nvPr/>
        </p:nvPicPr>
        <p:blipFill>
          <a:blip r:embed="rId3"/>
          <a:stretch>
            <a:fillRect/>
          </a:stretch>
        </p:blipFill>
        <p:spPr>
          <a:xfrm>
            <a:off x="6096933" y="2086255"/>
            <a:ext cx="5885425" cy="3815418"/>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E24C2063-A3C4-6737-D44D-CCDD0E2DC5D3}"/>
              </a:ext>
            </a:extLst>
          </p:cNvPr>
          <p:cNvPicPr>
            <a:picLocks noChangeAspect="1"/>
          </p:cNvPicPr>
          <p:nvPr/>
        </p:nvPicPr>
        <p:blipFill>
          <a:blip r:embed="rId4"/>
          <a:stretch>
            <a:fillRect/>
          </a:stretch>
        </p:blipFill>
        <p:spPr>
          <a:xfrm>
            <a:off x="257082" y="2100356"/>
            <a:ext cx="5597245" cy="3806358"/>
          </a:xfrm>
          <a:prstGeom prst="rect">
            <a:avLst/>
          </a:prstGeom>
        </p:spPr>
      </p:pic>
    </p:spTree>
    <p:extLst>
      <p:ext uri="{BB962C8B-B14F-4D97-AF65-F5344CB8AC3E}">
        <p14:creationId xmlns:p14="http://schemas.microsoft.com/office/powerpoint/2010/main" val="1363686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78F7B6-A581-6A48-B3B5-82B2591EAE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5940FB-17D5-6F3F-1A13-0E1F07548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ED74FA-3742-BB2C-97D9-F689E875A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77F9666-7F5D-91BC-8949-0825785E7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B50F9D-555A-FF07-49BB-05B8488A4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6CC0C85-14D1-7F7E-1E06-973F224B80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BBA6B0-14AB-1070-D0F9-8F3B5B7D0920}"/>
              </a:ext>
            </a:extLst>
          </p:cNvPr>
          <p:cNvSpPr>
            <a:spLocks noGrp="1"/>
          </p:cNvSpPr>
          <p:nvPr>
            <p:ph type="title"/>
          </p:nvPr>
        </p:nvSpPr>
        <p:spPr>
          <a:xfrm>
            <a:off x="1146109" y="278987"/>
            <a:ext cx="9895951" cy="1033669"/>
          </a:xfrm>
        </p:spPr>
        <p:txBody>
          <a:bodyPr>
            <a:normAutofit/>
          </a:bodyPr>
          <a:lstStyle/>
          <a:p>
            <a:pPr algn="ctr"/>
            <a:r>
              <a:rPr lang="en-US" sz="4000">
                <a:solidFill>
                  <a:srgbClr val="FFFFFF"/>
                </a:solidFill>
              </a:rPr>
              <a:t>Research Model – Baseline Adjustments (kWh)</a:t>
            </a:r>
          </a:p>
        </p:txBody>
      </p:sp>
      <p:sp>
        <p:nvSpPr>
          <p:cNvPr id="5" name="TextBox 4">
            <a:extLst>
              <a:ext uri="{FF2B5EF4-FFF2-40B4-BE49-F238E27FC236}">
                <a16:creationId xmlns:a16="http://schemas.microsoft.com/office/drawing/2014/main" id="{DDF6F9D4-9A8D-5879-C5FC-746E21F06A70}"/>
              </a:ext>
            </a:extLst>
          </p:cNvPr>
          <p:cNvSpPr txBox="1"/>
          <p:nvPr/>
        </p:nvSpPr>
        <p:spPr>
          <a:xfrm>
            <a:off x="133489" y="6086249"/>
            <a:ext cx="114112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Adjustments:</a:t>
            </a:r>
            <a:endParaRPr lang="en-US"/>
          </a:p>
          <a:p>
            <a:r>
              <a:rPr lang="en-US">
                <a:ea typeface="+mn-lt"/>
                <a:cs typeface="+mn-lt"/>
              </a:rPr>
              <a:t> - (+) means base model underrepresents at that time/day, (-) means overrepresents</a:t>
            </a:r>
            <a:endParaRPr lang="en-US" sz="1600">
              <a:latin typeface="Calibri"/>
              <a:ea typeface="Calibri"/>
              <a:cs typeface="Calibri"/>
            </a:endParaRPr>
          </a:p>
        </p:txBody>
      </p:sp>
      <p:pic>
        <p:nvPicPr>
          <p:cNvPr id="3" name="Picture 2" descr="A screenshot of a blue background with white text&#10;&#10;AI-generated content may be incorrect.">
            <a:extLst>
              <a:ext uri="{FF2B5EF4-FFF2-40B4-BE49-F238E27FC236}">
                <a16:creationId xmlns:a16="http://schemas.microsoft.com/office/drawing/2014/main" id="{D6702241-9315-E93C-8C2B-589A5B3D11AA}"/>
              </a:ext>
            </a:extLst>
          </p:cNvPr>
          <p:cNvPicPr>
            <a:picLocks noChangeAspect="1"/>
          </p:cNvPicPr>
          <p:nvPr/>
        </p:nvPicPr>
        <p:blipFill>
          <a:blip r:embed="rId3"/>
          <a:stretch>
            <a:fillRect/>
          </a:stretch>
        </p:blipFill>
        <p:spPr>
          <a:xfrm>
            <a:off x="1307323" y="1714500"/>
            <a:ext cx="3481356" cy="4238625"/>
          </a:xfrm>
          <a:prstGeom prst="rect">
            <a:avLst/>
          </a:prstGeom>
        </p:spPr>
      </p:pic>
      <p:pic>
        <p:nvPicPr>
          <p:cNvPr id="4" name="Picture 3" descr="A screenshot of a phone&#10;&#10;AI-generated content may be incorrect.">
            <a:extLst>
              <a:ext uri="{FF2B5EF4-FFF2-40B4-BE49-F238E27FC236}">
                <a16:creationId xmlns:a16="http://schemas.microsoft.com/office/drawing/2014/main" id="{1758ECE6-78DB-5EA2-9AA6-AE7E3FBFA750}"/>
              </a:ext>
            </a:extLst>
          </p:cNvPr>
          <p:cNvPicPr>
            <a:picLocks noChangeAspect="1"/>
          </p:cNvPicPr>
          <p:nvPr/>
        </p:nvPicPr>
        <p:blipFill>
          <a:blip r:embed="rId4"/>
          <a:stretch>
            <a:fillRect/>
          </a:stretch>
        </p:blipFill>
        <p:spPr>
          <a:xfrm>
            <a:off x="6461125" y="1712913"/>
            <a:ext cx="3413125" cy="4241800"/>
          </a:xfrm>
          <a:prstGeom prst="rect">
            <a:avLst/>
          </a:prstGeom>
        </p:spPr>
      </p:pic>
    </p:spTree>
    <p:extLst>
      <p:ext uri="{BB962C8B-B14F-4D97-AF65-F5344CB8AC3E}">
        <p14:creationId xmlns:p14="http://schemas.microsoft.com/office/powerpoint/2010/main" val="3943610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72307F-B713-6358-313F-149F6CA02E8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3A7939C-3A90-2A25-6AB3-7D105C67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B97D726-8604-7704-DE10-DDC8E29FC8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94EDDD-91FE-373B-AFD9-1132E470B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3DBC372-6A93-8843-B6ED-5FB86B6C4C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41CADED-61E7-8065-5C18-85AFCF9A5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4BD6BB-58A4-4C92-071B-6F57519C12B0}"/>
              </a:ext>
            </a:extLst>
          </p:cNvPr>
          <p:cNvSpPr>
            <a:spLocks noGrp="1"/>
          </p:cNvSpPr>
          <p:nvPr>
            <p:ph type="title"/>
          </p:nvPr>
        </p:nvSpPr>
        <p:spPr>
          <a:xfrm>
            <a:off x="1146109" y="278987"/>
            <a:ext cx="9895951" cy="1033669"/>
          </a:xfrm>
        </p:spPr>
        <p:txBody>
          <a:bodyPr>
            <a:normAutofit/>
          </a:bodyPr>
          <a:lstStyle/>
          <a:p>
            <a:pPr algn="ctr"/>
            <a:r>
              <a:rPr lang="en-US" sz="4000">
                <a:solidFill>
                  <a:srgbClr val="FFFFFF"/>
                </a:solidFill>
              </a:rPr>
              <a:t>SARIMAX</a:t>
            </a:r>
          </a:p>
        </p:txBody>
      </p:sp>
      <p:sp>
        <p:nvSpPr>
          <p:cNvPr id="5" name="TextBox 4">
            <a:extLst>
              <a:ext uri="{FF2B5EF4-FFF2-40B4-BE49-F238E27FC236}">
                <a16:creationId xmlns:a16="http://schemas.microsoft.com/office/drawing/2014/main" id="{5C2AA07F-035C-7A1A-6A7A-2F0552839403}"/>
              </a:ext>
            </a:extLst>
          </p:cNvPr>
          <p:cNvSpPr txBox="1"/>
          <p:nvPr/>
        </p:nvSpPr>
        <p:spPr>
          <a:xfrm>
            <a:off x="252551" y="4967062"/>
            <a:ext cx="114112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u="sng"/>
              <a:t>SARIMAX</a:t>
            </a:r>
            <a:r>
              <a:rPr lang="en-US" b="1"/>
              <a:t>:</a:t>
            </a:r>
            <a:endParaRPr lang="en-US"/>
          </a:p>
          <a:p>
            <a:r>
              <a:rPr lang="en-US">
                <a:ea typeface="+mn-lt"/>
                <a:cs typeface="+mn-lt"/>
              </a:rPr>
              <a:t> - </a:t>
            </a:r>
            <a:r>
              <a:rPr lang="en-US" sz="1600">
                <a:latin typeface="Calibri"/>
                <a:ea typeface="Calibri"/>
                <a:cs typeface="Calibri"/>
              </a:rPr>
              <a:t>Seasonal </a:t>
            </a:r>
            <a:r>
              <a:rPr lang="en-US" sz="1600" err="1">
                <a:latin typeface="Calibri"/>
                <a:ea typeface="Calibri"/>
                <a:cs typeface="Calibri"/>
              </a:rPr>
              <a:t>AutoRegressive</a:t>
            </a:r>
            <a:r>
              <a:rPr lang="en-US" sz="1600">
                <a:latin typeface="Calibri"/>
                <a:ea typeface="Calibri"/>
                <a:cs typeface="Calibri"/>
              </a:rPr>
              <a:t> Integrated Moving Average with </a:t>
            </a:r>
            <a:r>
              <a:rPr lang="en-US" sz="1600" err="1">
                <a:latin typeface="Calibri"/>
                <a:ea typeface="Calibri"/>
                <a:cs typeface="Calibri"/>
              </a:rPr>
              <a:t>eXogenous</a:t>
            </a:r>
            <a:r>
              <a:rPr lang="en-US" sz="1600">
                <a:latin typeface="Calibri"/>
                <a:ea typeface="Calibri"/>
                <a:cs typeface="Calibri"/>
              </a:rPr>
              <a:t> regressors</a:t>
            </a:r>
            <a:endParaRPr lang="en-US" sz="1600"/>
          </a:p>
        </p:txBody>
      </p:sp>
      <p:pic>
        <p:nvPicPr>
          <p:cNvPr id="6" name="Picture 5" descr="A screenshot of a computer&#10;&#10;AI-generated content may be incorrect.">
            <a:extLst>
              <a:ext uri="{FF2B5EF4-FFF2-40B4-BE49-F238E27FC236}">
                <a16:creationId xmlns:a16="http://schemas.microsoft.com/office/drawing/2014/main" id="{C9FBAD84-067B-ABD4-C6ED-3B678ED188F9}"/>
              </a:ext>
            </a:extLst>
          </p:cNvPr>
          <p:cNvPicPr>
            <a:picLocks noChangeAspect="1"/>
          </p:cNvPicPr>
          <p:nvPr/>
        </p:nvPicPr>
        <p:blipFill>
          <a:blip r:embed="rId3"/>
          <a:stretch>
            <a:fillRect/>
          </a:stretch>
        </p:blipFill>
        <p:spPr>
          <a:xfrm>
            <a:off x="3034813" y="1593850"/>
            <a:ext cx="9146236" cy="3135410"/>
          </a:xfrm>
          <a:prstGeom prst="rect">
            <a:avLst/>
          </a:prstGeom>
        </p:spPr>
      </p:pic>
      <p:sp>
        <p:nvSpPr>
          <p:cNvPr id="7" name="TextBox 6">
            <a:extLst>
              <a:ext uri="{FF2B5EF4-FFF2-40B4-BE49-F238E27FC236}">
                <a16:creationId xmlns:a16="http://schemas.microsoft.com/office/drawing/2014/main" id="{CD2DAD9E-A267-C17E-75C4-17781151DEA1}"/>
              </a:ext>
            </a:extLst>
          </p:cNvPr>
          <p:cNvSpPr txBox="1"/>
          <p:nvPr/>
        </p:nvSpPr>
        <p:spPr>
          <a:xfrm>
            <a:off x="27187" y="2464205"/>
            <a:ext cx="302401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mn-lt"/>
                <a:cs typeface="+mn-lt"/>
              </a:rPr>
              <a:t>sarima_order</a:t>
            </a:r>
            <a:r>
              <a:rPr lang="en-US">
                <a:ea typeface="+mn-lt"/>
                <a:cs typeface="+mn-lt"/>
              </a:rPr>
              <a:t> = (p, d, q) </a:t>
            </a:r>
            <a:endParaRPr lang="en-US"/>
          </a:p>
          <a:p>
            <a:r>
              <a:rPr lang="en-US" err="1">
                <a:ea typeface="+mn-lt"/>
                <a:cs typeface="+mn-lt"/>
              </a:rPr>
              <a:t>seasonal_order</a:t>
            </a:r>
            <a:r>
              <a:rPr lang="en-US">
                <a:ea typeface="+mn-lt"/>
                <a:cs typeface="+mn-lt"/>
              </a:rPr>
              <a:t> = (P, D, Q, s)</a:t>
            </a:r>
            <a:r>
              <a:rPr lang="en-US" sz="1600">
                <a:ea typeface="+mn-lt"/>
                <a:cs typeface="+mn-lt"/>
              </a:rPr>
              <a:t> </a:t>
            </a:r>
            <a:endParaRPr lang="en-US" sz="1600"/>
          </a:p>
          <a:p>
            <a:pPr algn="l"/>
            <a:endParaRPr lang="en-US"/>
          </a:p>
        </p:txBody>
      </p:sp>
    </p:spTree>
    <p:extLst>
      <p:ext uri="{BB962C8B-B14F-4D97-AF65-F5344CB8AC3E}">
        <p14:creationId xmlns:p14="http://schemas.microsoft.com/office/powerpoint/2010/main" val="3039317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3D8B-DC5F-5D5A-909F-A19816B0B9E0}"/>
              </a:ext>
            </a:extLst>
          </p:cNvPr>
          <p:cNvSpPr>
            <a:spLocks noGrp="1"/>
          </p:cNvSpPr>
          <p:nvPr>
            <p:ph type="title"/>
          </p:nvPr>
        </p:nvSpPr>
        <p:spPr>
          <a:xfrm>
            <a:off x="630936" y="640080"/>
            <a:ext cx="4818888" cy="1481328"/>
          </a:xfrm>
        </p:spPr>
        <p:txBody>
          <a:bodyPr anchor="b">
            <a:normAutofit/>
          </a:bodyPr>
          <a:lstStyle/>
          <a:p>
            <a:r>
              <a:rPr lang="en-US" sz="5000" b="1"/>
              <a:t>Old Random Forest Model</a:t>
            </a:r>
            <a:endParaRPr lang="en-US" sz="5000"/>
          </a:p>
        </p:txBody>
      </p:sp>
      <p:sp>
        <p:nvSpPr>
          <p:cNvPr id="8" name="Content Placeholder 7">
            <a:extLst>
              <a:ext uri="{FF2B5EF4-FFF2-40B4-BE49-F238E27FC236}">
                <a16:creationId xmlns:a16="http://schemas.microsoft.com/office/drawing/2014/main" id="{F7B9F908-7727-E44E-7FAA-50B884410880}"/>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2000"/>
              <a:t>Creates multiple decision trees using random subsets of data (bootstrapping)</a:t>
            </a:r>
          </a:p>
          <a:p>
            <a:r>
              <a:rPr lang="en-US" sz="2000"/>
              <a:t>Our model is an average of all trees</a:t>
            </a:r>
          </a:p>
          <a:p>
            <a:r>
              <a:rPr lang="en-US" sz="2000"/>
              <a:t>Parameter:</a:t>
            </a:r>
          </a:p>
          <a:p>
            <a:pPr lvl="1">
              <a:buFont typeface="Courier New" panose="020B0604020202020204" pitchFamily="34" charset="0"/>
              <a:buChar char="o"/>
            </a:pPr>
            <a:r>
              <a:rPr lang="en-US" sz="1600" err="1"/>
              <a:t>N_estimators</a:t>
            </a:r>
            <a:r>
              <a:rPr lang="en-US" sz="1600"/>
              <a:t>: 100 </a:t>
            </a:r>
            <a:endParaRPr lang="en-US"/>
          </a:p>
          <a:p>
            <a:pPr lvl="1">
              <a:buFont typeface="Courier New" panose="020B0604020202020204" pitchFamily="34" charset="0"/>
              <a:buChar char="o"/>
            </a:pPr>
            <a:r>
              <a:rPr lang="en-US" sz="1600"/>
              <a:t>max depth:20            </a:t>
            </a:r>
            <a:endParaRPr lang="en-US"/>
          </a:p>
          <a:p>
            <a:pPr lvl="1">
              <a:buFont typeface="Courier New" panose="020B0604020202020204" pitchFamily="34" charset="0"/>
              <a:buChar char="o"/>
            </a:pPr>
            <a:r>
              <a:rPr lang="en-US" sz="1600"/>
              <a:t>min_samples_split:5</a:t>
            </a:r>
            <a:endParaRPr lang="en-US"/>
          </a:p>
          <a:p>
            <a:r>
              <a:rPr lang="en-US" sz="2000"/>
              <a:t>Split:</a:t>
            </a:r>
          </a:p>
          <a:p>
            <a:pPr lvl="1">
              <a:buFont typeface="Courier New" panose="020B0604020202020204" pitchFamily="34" charset="0"/>
              <a:buChar char="o"/>
            </a:pPr>
            <a:r>
              <a:rPr lang="en-US" sz="2000"/>
              <a:t>Train: 80% </a:t>
            </a:r>
          </a:p>
          <a:p>
            <a:pPr lvl="1">
              <a:buFont typeface="Courier New" panose="020B0604020202020204" pitchFamily="34" charset="0"/>
              <a:buChar char="o"/>
            </a:pPr>
            <a:r>
              <a:rPr lang="en-US" sz="2000"/>
              <a:t>Test: 20 %</a:t>
            </a:r>
          </a:p>
        </p:txBody>
      </p:sp>
      <p:pic>
        <p:nvPicPr>
          <p:cNvPr id="3" name="Picture 2">
            <a:extLst>
              <a:ext uri="{FF2B5EF4-FFF2-40B4-BE49-F238E27FC236}">
                <a16:creationId xmlns:a16="http://schemas.microsoft.com/office/drawing/2014/main" id="{A3162729-B047-8A36-2E73-C7410A1357DE}"/>
              </a:ext>
            </a:extLst>
          </p:cNvPr>
          <p:cNvPicPr>
            <a:picLocks noChangeAspect="1"/>
          </p:cNvPicPr>
          <p:nvPr/>
        </p:nvPicPr>
        <p:blipFill>
          <a:blip r:embed="rId3"/>
          <a:stretch>
            <a:fillRect/>
          </a:stretch>
        </p:blipFill>
        <p:spPr>
          <a:xfrm>
            <a:off x="5610218" y="2117133"/>
            <a:ext cx="5962175" cy="3083808"/>
          </a:xfrm>
          <a:prstGeom prst="rect">
            <a:avLst/>
          </a:prstGeom>
        </p:spPr>
      </p:pic>
    </p:spTree>
    <p:extLst>
      <p:ext uri="{BB962C8B-B14F-4D97-AF65-F5344CB8AC3E}">
        <p14:creationId xmlns:p14="http://schemas.microsoft.com/office/powerpoint/2010/main" val="294105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2A342-CA1F-8672-D5A5-D1862B8E0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C5FFE-656B-8A47-3B01-99EC387AD126}"/>
              </a:ext>
            </a:extLst>
          </p:cNvPr>
          <p:cNvSpPr>
            <a:spLocks noGrp="1"/>
          </p:cNvSpPr>
          <p:nvPr>
            <p:ph type="title"/>
          </p:nvPr>
        </p:nvSpPr>
        <p:spPr>
          <a:xfrm>
            <a:off x="640080" y="329184"/>
            <a:ext cx="6894576" cy="1783080"/>
          </a:xfrm>
        </p:spPr>
        <p:txBody>
          <a:bodyPr anchor="b">
            <a:normAutofit/>
          </a:bodyPr>
          <a:lstStyle/>
          <a:p>
            <a:r>
              <a:rPr lang="en-US" sz="5400" b="1"/>
              <a:t>Old Random Forest Model Continued</a:t>
            </a:r>
            <a:endParaRPr lang="en-US" sz="5400"/>
          </a:p>
        </p:txBody>
      </p:sp>
      <p:sp>
        <p:nvSpPr>
          <p:cNvPr id="3" name="Content Placeholder 2">
            <a:extLst>
              <a:ext uri="{FF2B5EF4-FFF2-40B4-BE49-F238E27FC236}">
                <a16:creationId xmlns:a16="http://schemas.microsoft.com/office/drawing/2014/main" id="{A6009F07-65F6-6A43-9BEC-CC03AE5D2097}"/>
              </a:ext>
            </a:extLst>
          </p:cNvPr>
          <p:cNvSpPr>
            <a:spLocks noGrp="1"/>
          </p:cNvSpPr>
          <p:nvPr>
            <p:ph idx="1"/>
          </p:nvPr>
        </p:nvSpPr>
        <p:spPr>
          <a:xfrm>
            <a:off x="640080" y="2706624"/>
            <a:ext cx="6894576" cy="3483864"/>
          </a:xfrm>
        </p:spPr>
        <p:txBody>
          <a:bodyPr vert="horz" lIns="91440" tIns="45720" rIns="91440" bIns="45720" rtlCol="0" anchor="t">
            <a:normAutofit/>
          </a:bodyPr>
          <a:lstStyle/>
          <a:p>
            <a:r>
              <a:rPr lang="en-US" sz="2200"/>
              <a:t>Fairly  normally distributed</a:t>
            </a:r>
          </a:p>
          <a:p>
            <a:r>
              <a:rPr lang="en-US" sz="2200"/>
              <a:t>Centered around zero​</a:t>
            </a:r>
          </a:p>
          <a:p>
            <a:r>
              <a:rPr lang="en-US" sz="2200"/>
              <a:t>Tends to slightly under predict</a:t>
            </a:r>
          </a:p>
          <a:p>
            <a:r>
              <a:rPr lang="en-US" sz="2200"/>
              <a:t>Slight Bias</a:t>
            </a:r>
          </a:p>
          <a:p>
            <a:endParaRPr lang="en-US" sz="2200"/>
          </a:p>
        </p:txBody>
      </p:sp>
      <p:pic>
        <p:nvPicPr>
          <p:cNvPr id="5" name="Content Placeholder 3" descr="A diagram of a distribution&#10;&#10;AI-generated content may be incorrect.">
            <a:extLst>
              <a:ext uri="{FF2B5EF4-FFF2-40B4-BE49-F238E27FC236}">
                <a16:creationId xmlns:a16="http://schemas.microsoft.com/office/drawing/2014/main" id="{EF95CEC2-9061-1F60-ED95-F7F8BD05275F}"/>
              </a:ext>
            </a:extLst>
          </p:cNvPr>
          <p:cNvPicPr>
            <a:picLocks noChangeAspect="1"/>
          </p:cNvPicPr>
          <p:nvPr/>
        </p:nvPicPr>
        <p:blipFill>
          <a:blip r:embed="rId3"/>
          <a:stretch>
            <a:fillRect/>
          </a:stretch>
        </p:blipFill>
        <p:spPr>
          <a:xfrm>
            <a:off x="7579360" y="3430290"/>
            <a:ext cx="4014216" cy="3161195"/>
          </a:xfrm>
          <a:prstGeom prst="rect">
            <a:avLst/>
          </a:prstGeom>
        </p:spPr>
      </p:pic>
      <p:pic>
        <p:nvPicPr>
          <p:cNvPr id="4" name="Picture 3" descr="A graph of a graph&#10;&#10;AI-generated content may be incorrect.">
            <a:extLst>
              <a:ext uri="{FF2B5EF4-FFF2-40B4-BE49-F238E27FC236}">
                <a16:creationId xmlns:a16="http://schemas.microsoft.com/office/drawing/2014/main" id="{504636EE-CC38-7424-3825-68B8ACCC584C}"/>
              </a:ext>
            </a:extLst>
          </p:cNvPr>
          <p:cNvPicPr>
            <a:picLocks noChangeAspect="1"/>
          </p:cNvPicPr>
          <p:nvPr/>
        </p:nvPicPr>
        <p:blipFill>
          <a:blip r:embed="rId4"/>
          <a:stretch>
            <a:fillRect/>
          </a:stretch>
        </p:blipFill>
        <p:spPr>
          <a:xfrm>
            <a:off x="7564214" y="-47"/>
            <a:ext cx="4026219" cy="3171952"/>
          </a:xfrm>
          <a:prstGeom prst="rect">
            <a:avLst/>
          </a:prstGeom>
        </p:spPr>
      </p:pic>
    </p:spTree>
    <p:extLst>
      <p:ext uri="{BB962C8B-B14F-4D97-AF65-F5344CB8AC3E}">
        <p14:creationId xmlns:p14="http://schemas.microsoft.com/office/powerpoint/2010/main" val="668661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1968</Words>
  <Application>Microsoft Office PowerPoint</Application>
  <PresentationFormat>Widescreen</PresentationFormat>
  <Paragraphs>391</Paragraphs>
  <Slides>25</Slides>
  <Notes>23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Aptos</vt:lpstr>
      <vt:lpstr>Aptos Display</vt:lpstr>
      <vt:lpstr>Aptos Narrow</vt:lpstr>
      <vt:lpstr>Arial</vt:lpstr>
      <vt:lpstr>Arial,Sans-Serif</vt:lpstr>
      <vt:lpstr>Calibri</vt:lpstr>
      <vt:lpstr>Cambria Math</vt:lpstr>
      <vt:lpstr>Consolas</vt:lpstr>
      <vt:lpstr>Courier New</vt:lpstr>
      <vt:lpstr>inherit</vt:lpstr>
      <vt:lpstr>Inter</vt:lpstr>
      <vt:lpstr>Wingdings</vt:lpstr>
      <vt:lpstr>office theme</vt:lpstr>
      <vt:lpstr>Lakeland Electric</vt:lpstr>
      <vt:lpstr>Problem Statement</vt:lpstr>
      <vt:lpstr>Customer Needs</vt:lpstr>
      <vt:lpstr>Constraints, Situational Context, Relative Codes &amp; Standards</vt:lpstr>
      <vt:lpstr>Objectives</vt:lpstr>
      <vt:lpstr>Residential Service Plans</vt:lpstr>
      <vt:lpstr>Model Formula</vt:lpstr>
      <vt:lpstr>Elasticity Ranges From Research</vt:lpstr>
      <vt:lpstr>Sensitivity Analysis</vt:lpstr>
      <vt:lpstr>Sensitivity Analysis – HDD and CDD </vt:lpstr>
      <vt:lpstr>Sensitivity Analysis – Income (GDP) and Population </vt:lpstr>
      <vt:lpstr>Sensitivity Analysis – Price and Windspeed</vt:lpstr>
      <vt:lpstr>Sensitivity Analysis – Lakeland Specific Elasticities</vt:lpstr>
      <vt:lpstr>Rolling Windows Analysis - Comparison On Models</vt:lpstr>
      <vt:lpstr>Forecasting Model Analysis - Comparison On Models Continued</vt:lpstr>
      <vt:lpstr>Forecasting Model Summary</vt:lpstr>
      <vt:lpstr>Summary</vt:lpstr>
      <vt:lpstr>Future Work</vt:lpstr>
      <vt:lpstr>Temperature Analysis</vt:lpstr>
      <vt:lpstr>Questions?</vt:lpstr>
      <vt:lpstr>Sensitivity Analysis – Lakeland Specific Elasticities</vt:lpstr>
      <vt:lpstr>Research Model – Baseline Adjustments (kWh)</vt:lpstr>
      <vt:lpstr>SARIMAX</vt:lpstr>
      <vt:lpstr>Old Random Forest Model</vt:lpstr>
      <vt:lpstr>Old Random Forest Model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Ricci</dc:creator>
  <cp:lastModifiedBy>Nicholas Ricci</cp:lastModifiedBy>
  <cp:revision>1</cp:revision>
  <dcterms:created xsi:type="dcterms:W3CDTF">2025-03-24T16:20:42Z</dcterms:created>
  <dcterms:modified xsi:type="dcterms:W3CDTF">2026-10-06T20:36:08Z</dcterms:modified>
</cp:coreProperties>
</file>